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18"/>
  </p:notesMasterIdLst>
  <p:handoutMasterIdLst>
    <p:handoutMasterId r:id="rId19"/>
  </p:handoutMasterIdLst>
  <p:sldIdLst>
    <p:sldId id="371" r:id="rId5"/>
    <p:sldId id="360" r:id="rId6"/>
    <p:sldId id="372" r:id="rId7"/>
    <p:sldId id="379" r:id="rId8"/>
    <p:sldId id="361" r:id="rId9"/>
    <p:sldId id="373" r:id="rId10"/>
    <p:sldId id="374" r:id="rId11"/>
    <p:sldId id="362" r:id="rId12"/>
    <p:sldId id="363" r:id="rId13"/>
    <p:sldId id="375" r:id="rId14"/>
    <p:sldId id="378" r:id="rId15"/>
    <p:sldId id="376" r:id="rId16"/>
    <p:sldId id="36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60" userDrawn="1">
          <p15:clr>
            <a:srgbClr val="A4A3A4"/>
          </p15:clr>
        </p15:guide>
        <p15:guide id="2" pos="7392" userDrawn="1">
          <p15:clr>
            <a:srgbClr val="A4A3A4"/>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89" d="100"/>
          <a:sy n="89" d="100"/>
        </p:scale>
        <p:origin x="-60" y="-510"/>
      </p:cViewPr>
      <p:guideLst>
        <p:guide pos="360"/>
        <p:guide pos="7392"/>
        <p:guide orient="horz" pos="2160"/>
      </p:guideLst>
    </p:cSldViewPr>
  </p:slideViewPr>
  <p:notesTextViewPr>
    <p:cViewPr>
      <p:scale>
        <a:sx n="1" d="1"/>
        <a:sy n="1" d="1"/>
      </p:scale>
      <p:origin x="0" y="0"/>
    </p:cViewPr>
  </p:notesTextViewPr>
  <p:sorterViewPr>
    <p:cViewPr>
      <p:scale>
        <a:sx n="100" d="100"/>
        <a:sy n="100" d="100"/>
      </p:scale>
      <p:origin x="0" y="-480"/>
    </p:cViewPr>
  </p:sorter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B018AA-DEA7-448F-AE2F-C3D13A0F02A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FB87A71-96EB-4108-95A3-855A4C3601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8647F05-0506-494A-8060-3F395B947DF9}" type="datetimeFigureOut">
              <a:rPr lang="en-US" smtClean="0"/>
              <a:t>4/11/2021</a:t>
            </a:fld>
            <a:endParaRPr lang="en-US" dirty="0"/>
          </a:p>
        </p:txBody>
      </p:sp>
      <p:sp>
        <p:nvSpPr>
          <p:cNvPr id="4" name="Footer Placeholder 3">
            <a:extLst>
              <a:ext uri="{FF2B5EF4-FFF2-40B4-BE49-F238E27FC236}">
                <a16:creationId xmlns:a16="http://schemas.microsoft.com/office/drawing/2014/main" id="{9445591A-E83D-4F8A-B064-12B29D3154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7AF2308-535F-471C-9423-3467454C92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61E857-36B8-43F1-9D87-FE508167BCE3}" type="slidenum">
              <a:rPr lang="en-US" smtClean="0"/>
              <a:t>‹#›</a:t>
            </a:fld>
            <a:endParaRPr lang="en-US" dirty="0"/>
          </a:p>
        </p:txBody>
      </p:sp>
    </p:spTree>
    <p:extLst>
      <p:ext uri="{BB962C8B-B14F-4D97-AF65-F5344CB8AC3E}">
        <p14:creationId xmlns:p14="http://schemas.microsoft.com/office/powerpoint/2010/main" val="14002314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BC0A13-3F3D-45D4-B17C-1E0ACF36A6FB}" type="datetimeFigureOut">
              <a:rPr lang="en-US" smtClean="0"/>
              <a:t>4/11/2021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FAAAB6-A2C6-4A85-A3A1-98EFBA61C967}" type="slidenum">
              <a:rPr lang="en-US" smtClean="0"/>
              <a:t>‹#›</a:t>
            </a:fld>
            <a:endParaRPr lang="en-US" dirty="0"/>
          </a:p>
        </p:txBody>
      </p:sp>
    </p:spTree>
    <p:extLst>
      <p:ext uri="{BB962C8B-B14F-4D97-AF65-F5344CB8AC3E}">
        <p14:creationId xmlns:p14="http://schemas.microsoft.com/office/powerpoint/2010/main" val="2076752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C5C50C9-5CB7-4938-BEDF-DD2FC7529FA9}"/>
              </a:ext>
            </a:extLst>
          </p:cNvPr>
          <p:cNvSpPr/>
          <p:nvPr userDrawn="1"/>
        </p:nvSpPr>
        <p:spPr>
          <a:xfrm>
            <a:off x="1528762" y="1473243"/>
            <a:ext cx="9144000" cy="3007447"/>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1801368" y="1664208"/>
            <a:ext cx="8586216" cy="2176272"/>
          </a:xfrm>
        </p:spPr>
        <p:txBody>
          <a:bodyPr anchor="ctr">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2487168" y="4142232"/>
            <a:ext cx="7223760" cy="685800"/>
          </a:xfrm>
          <a:solidFill>
            <a:schemeClr val="accent1"/>
          </a:solidFill>
        </p:spPr>
        <p:txBody>
          <a:bodyPr anchor="ctr">
            <a:normAutofit/>
          </a:bodyPr>
          <a:lstStyle>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69640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5084064" y="1078992"/>
            <a:ext cx="6272784" cy="1536192"/>
          </a:xfrm>
        </p:spPr>
        <p:txBody>
          <a:bodyPr anchor="b">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5084064" y="3355848"/>
            <a:ext cx="6272784" cy="2825496"/>
          </a:xfrm>
        </p:spPr>
        <p:txBody>
          <a:bodyPr/>
          <a:lstStyle>
            <a:lvl1pPr>
              <a:buNone/>
              <a:defRPr sz="1800"/>
            </a:lvl1pPr>
          </a:lstStyle>
          <a:p>
            <a:pPr lvl="0"/>
            <a:r>
              <a:rPr lang="en-US"/>
              <a:t>Click to edit Master text styles</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905256" y="6356350"/>
            <a:ext cx="2743200" cy="365125"/>
          </a:xfrm>
        </p:spPr>
        <p:txBody>
          <a:bodyPr/>
          <a:lstStyle/>
          <a:p>
            <a:r>
              <a:rPr lang="en-US" dirty="0"/>
              <a:t>9/4/20XX</a:t>
            </a:r>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a:xfrm>
            <a:off x="4041648" y="6356350"/>
            <a:ext cx="4114800" cy="365125"/>
          </a:xfrm>
        </p:spPr>
        <p:txBody>
          <a:bodyPr/>
          <a:lstStyle/>
          <a:p>
            <a:r>
              <a:rPr lang="en-US" dirty="0"/>
              <a:t>Presentation Title</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5317960" y="36338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3CC47E32-D289-4A1B-A3C7-A355CD5572E8}"/>
              </a:ext>
            </a:extLst>
          </p:cNvPr>
          <p:cNvSpPr/>
          <p:nvPr userDrawn="1"/>
        </p:nvSpPr>
        <p:spPr>
          <a:xfrm>
            <a:off x="5099266"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457200" y="603504"/>
            <a:ext cx="4050792" cy="5577840"/>
          </a:xfrm>
        </p:spPr>
        <p:txBody>
          <a:bodyPr anchor="ct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3812587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612648" y="1078992"/>
            <a:ext cx="6272784" cy="1536192"/>
          </a:xfrm>
        </p:spPr>
        <p:txBody>
          <a:bodyPr anchor="b">
            <a:normAutofit/>
          </a:bodyPr>
          <a:lstStyle>
            <a:lvl1pPr>
              <a:defRPr sz="5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612648" y="3355848"/>
            <a:ext cx="6272784" cy="2825496"/>
          </a:xfrm>
        </p:spPr>
        <p:txBody>
          <a:bodyPr/>
          <a:lstStyle>
            <a:lvl1pPr marL="0" indent="0">
              <a:buNone/>
              <a:defRPr sz="1800"/>
            </a:lvl1pPr>
          </a:lstStyle>
          <a:p>
            <a:pPr lvl="0"/>
            <a:r>
              <a:rPr lang="en-US"/>
              <a:t>Click to edit Master text styles</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5605272" y="6356350"/>
            <a:ext cx="1280160" cy="365125"/>
          </a:xfrm>
        </p:spPr>
        <p:txBody>
          <a:bodyPr/>
          <a:lstStyle/>
          <a:p>
            <a:fld id="{A65A5C87-DF58-40C8-B092-1DE63DB4547E}" type="slidenum">
              <a:rPr lang="en-US" smtClean="0"/>
              <a:t>‹#›</a:t>
            </a:fld>
            <a:endParaRPr lang="en-US" dirty="0"/>
          </a:p>
        </p:txBody>
      </p:sp>
      <p:sp>
        <p:nvSpPr>
          <p:cNvPr id="7" name="Rectangle 6">
            <a:extLst>
              <a:ext uri="{FF2B5EF4-FFF2-40B4-BE49-F238E27FC236}">
                <a16:creationId xmlns:a16="http://schemas.microsoft.com/office/drawing/2014/main" id="{C3EEEC07-DA87-4415-8D6B-72E1B2686535}"/>
              </a:ext>
            </a:extLst>
          </p:cNvPr>
          <p:cNvSpPr/>
          <p:nvPr userDrawn="1"/>
        </p:nvSpPr>
        <p:spPr>
          <a:xfrm rot="5400000">
            <a:off x="850392" y="365760"/>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7680960" y="4352544"/>
            <a:ext cx="4507992" cy="2505456"/>
          </a:xfrm>
        </p:spPr>
        <p:txBody>
          <a:bodyPr anchor="ctr"/>
          <a:lstStyle>
            <a:lvl1pPr algn="ctr">
              <a:buNone/>
              <a:defRPr/>
            </a:lvl1pPr>
          </a:lstStyle>
          <a:p>
            <a:r>
              <a:rPr lang="en-US"/>
              <a:t>Click icon to add picture</a:t>
            </a:r>
            <a:endParaRPr lang="en-US" dirty="0"/>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7680960" y="0"/>
            <a:ext cx="4507992" cy="4123944"/>
          </a:xfrm>
        </p:spPr>
        <p:txBody>
          <a:bodyPr anchor="ctr"/>
          <a:lstStyle>
            <a:lvl1pPr algn="ctr">
              <a:buNone/>
              <a:defRPr/>
            </a:lvl1pPr>
          </a:lstStyle>
          <a:p>
            <a:r>
              <a:rPr lang="en-US"/>
              <a:t>Click icon to add picture</a:t>
            </a:r>
            <a:endParaRPr lang="en-US" dirty="0"/>
          </a:p>
        </p:txBody>
      </p:sp>
      <p:sp>
        <p:nvSpPr>
          <p:cNvPr id="8" name="Rectangle 7">
            <a:extLst>
              <a:ext uri="{FF2B5EF4-FFF2-40B4-BE49-F238E27FC236}">
                <a16:creationId xmlns:a16="http://schemas.microsoft.com/office/drawing/2014/main" id="{EEFA3CC7-31ED-4E5A-87A6-AA1D8F4251FC}"/>
              </a:ext>
            </a:extLst>
          </p:cNvPr>
          <p:cNvSpPr/>
          <p:nvPr userDrawn="1"/>
        </p:nvSpPr>
        <p:spPr>
          <a:xfrm>
            <a:off x="621792" y="2935541"/>
            <a:ext cx="62179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178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541A812-4D3F-4D65-BA64-BA64E37F2C1D}"/>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1078992" y="1938528"/>
            <a:ext cx="7013448" cy="2990088"/>
          </a:xfrm>
        </p:spPr>
        <p:txBody>
          <a:bodyPr anchor="ctr">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613648" y="1938528"/>
            <a:ext cx="2688336" cy="2990088"/>
          </a:xfrm>
          <a:solidFill>
            <a:schemeClr val="accent1"/>
          </a:solidFill>
        </p:spPr>
        <p:txBody>
          <a:bodyPr anchor="ctr">
            <a:normAutofit/>
          </a:bodyPr>
          <a:lstStyle>
            <a:lvl1pPr marL="0" indent="0">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2" name="Rectangle 11">
            <a:extLst>
              <a:ext uri="{FF2B5EF4-FFF2-40B4-BE49-F238E27FC236}">
                <a16:creationId xmlns:a16="http://schemas.microsoft.com/office/drawing/2014/main" id="{5716BBE9-8A9C-450B-A235-677945C7ED44}"/>
              </a:ext>
            </a:extLst>
          </p:cNvPr>
          <p:cNvSpPr/>
          <p:nvPr userDrawn="1"/>
        </p:nvSpPr>
        <p:spPr>
          <a:xfrm>
            <a:off x="609084" y="2965074"/>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9855E7BF-3629-4C02-98DF-CFC1C93CE036}"/>
              </a:ext>
            </a:extLst>
          </p:cNvPr>
          <p:cNvSpPr/>
          <p:nvPr userDrawn="1"/>
        </p:nvSpPr>
        <p:spPr>
          <a:xfrm rot="5400000">
            <a:off x="7360539" y="3424428"/>
            <a:ext cx="210312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3540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01852" y="6356350"/>
            <a:ext cx="2743200" cy="365125"/>
          </a:xfrm>
        </p:spPr>
        <p:txBody>
          <a:bodyPr/>
          <a:lstStyle/>
          <a:p>
            <a:r>
              <a:rPr lang="en-US" dirty="0"/>
              <a:t>9/4/20XX</a:t>
            </a:r>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3393869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ctr">
            <a:normAutofit/>
          </a:bodyPr>
          <a:lstStyle>
            <a:lvl1pPr algn="ctr">
              <a:defRPr sz="4800"/>
            </a:lvl1pPr>
          </a:lstStyle>
          <a:p>
            <a:r>
              <a:rPr lang="en-US"/>
              <a:t>Click to edit Master title style</a:t>
            </a:r>
            <a:endParaRPr lang="en-US" dirty="0"/>
          </a:p>
        </p:txBody>
      </p:sp>
      <p:sp useBgFill="1">
        <p:nvSpPr>
          <p:cNvPr id="4" name="Rectangle 3">
            <a:extLst>
              <a:ext uri="{FF2B5EF4-FFF2-40B4-BE49-F238E27FC236}">
                <a16:creationId xmlns:a16="http://schemas.microsoft.com/office/drawing/2014/main" id="{673635DF-99E4-4A0C-A272-D9FF87695DE7}"/>
              </a:ext>
            </a:extLst>
          </p:cNvPr>
          <p:cNvSpPr/>
          <p:nvPr userDrawn="1"/>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5590C76F-6331-4485-AA5B-D61483481F68}"/>
              </a:ext>
            </a:extLst>
          </p:cNvPr>
          <p:cNvSpPr/>
          <p:nvPr userDrawn="1"/>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a:solidFill>
            <a:schemeClr val="accent1"/>
          </a:solidFill>
        </p:spPr>
        <p:txBody>
          <a:bodyPr anchor="ctr">
            <a:normAutofit/>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Date Placeholder 5">
            <a:extLst>
              <a:ext uri="{FF2B5EF4-FFF2-40B4-BE49-F238E27FC236}">
                <a16:creationId xmlns:a16="http://schemas.microsoft.com/office/drawing/2014/main" id="{ECB2BA4C-9ADA-41DB-B758-9E3CFECDF528}"/>
              </a:ext>
            </a:extLst>
          </p:cNvPr>
          <p:cNvSpPr>
            <a:spLocks noGrp="1"/>
          </p:cNvSpPr>
          <p:nvPr>
            <p:ph type="dt" sz="half" idx="10"/>
          </p:nvPr>
        </p:nvSpPr>
        <p:spPr>
          <a:xfrm>
            <a:off x="905256" y="6356350"/>
            <a:ext cx="2743200" cy="365125"/>
          </a:xfrm>
        </p:spPr>
        <p:txBody>
          <a:bodyPr/>
          <a:lstStyle/>
          <a:p>
            <a:r>
              <a:rPr lang="en-US" dirty="0"/>
              <a:t>9/4/20XX</a:t>
            </a:r>
          </a:p>
        </p:txBody>
      </p:sp>
      <p:sp>
        <p:nvSpPr>
          <p:cNvPr id="10" name="Footer Placeholder 9">
            <a:extLst>
              <a:ext uri="{FF2B5EF4-FFF2-40B4-BE49-F238E27FC236}">
                <a16:creationId xmlns:a16="http://schemas.microsoft.com/office/drawing/2014/main" id="{20957ADB-410A-48BE-AA95-3A708314B02A}"/>
              </a:ext>
            </a:extLst>
          </p:cNvPr>
          <p:cNvSpPr>
            <a:spLocks noGrp="1"/>
          </p:cNvSpPr>
          <p:nvPr>
            <p:ph type="ftr" sz="quarter" idx="11"/>
          </p:nvPr>
        </p:nvSpPr>
        <p:spPr/>
        <p:txBody>
          <a:bodyPr/>
          <a:lstStyle/>
          <a:p>
            <a:r>
              <a:rPr lang="en-US" dirty="0"/>
              <a:t>Presentation Title</a:t>
            </a:r>
          </a:p>
        </p:txBody>
      </p:sp>
      <p:sp>
        <p:nvSpPr>
          <p:cNvPr id="11" name="Slide Number Placeholder 10">
            <a:extLst>
              <a:ext uri="{FF2B5EF4-FFF2-40B4-BE49-F238E27FC236}">
                <a16:creationId xmlns:a16="http://schemas.microsoft.com/office/drawing/2014/main" id="{5112591B-8032-4FDF-9B26-8F505642C5C2}"/>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4244522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42F4163-FF9F-453F-99BB-82B8FDB0A1F9}"/>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hasCustomPrompt="1"/>
          </p:nvPr>
        </p:nvSpPr>
        <p:spPr>
          <a:xfrm>
            <a:off x="5422392" y="2798064"/>
            <a:ext cx="1463040" cy="1481328"/>
          </a:xfrm>
        </p:spPr>
        <p:txBody>
          <a:bodyPr anchor="ctr"/>
          <a:lstStyle>
            <a:lvl1pPr algn="ctr">
              <a:buNone/>
              <a:defRPr/>
            </a:lvl1pPr>
          </a:lstStyle>
          <a:p>
            <a:r>
              <a:rPr lang="en-US" dirty="0"/>
              <a:t>Picture</a:t>
            </a:r>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hasCustomPrompt="1"/>
          </p:nvPr>
        </p:nvSpPr>
        <p:spPr>
          <a:xfrm>
            <a:off x="576072" y="2798064"/>
            <a:ext cx="1463040" cy="1481328"/>
          </a:xfrm>
        </p:spPr>
        <p:txBody>
          <a:bodyPr anchor="ctr"/>
          <a:lstStyle>
            <a:lvl1pPr algn="ctr">
              <a:buNone/>
              <a:defRPr/>
            </a:lvl1pPr>
          </a:lstStyle>
          <a:p>
            <a:r>
              <a:rPr lang="en-US" dirty="0"/>
              <a:t>Picture</a:t>
            </a:r>
          </a:p>
        </p:txBody>
      </p:sp>
      <p:sp>
        <p:nvSpPr>
          <p:cNvPr id="16" name="Picture Placeholder 14">
            <a:extLst>
              <a:ext uri="{FF2B5EF4-FFF2-40B4-BE49-F238E27FC236}">
                <a16:creationId xmlns:a16="http://schemas.microsoft.com/office/drawing/2014/main" id="{6B8374DB-2C54-426F-9768-7B838BE1F98D}"/>
              </a:ext>
            </a:extLst>
          </p:cNvPr>
          <p:cNvSpPr>
            <a:spLocks noGrp="1"/>
          </p:cNvSpPr>
          <p:nvPr>
            <p:ph type="pic" sz="quarter" idx="21" hasCustomPrompt="1"/>
          </p:nvPr>
        </p:nvSpPr>
        <p:spPr>
          <a:xfrm>
            <a:off x="7845552" y="2798064"/>
            <a:ext cx="1463040" cy="1481328"/>
          </a:xfrm>
        </p:spPr>
        <p:txBody>
          <a:bodyPr anchor="ctr"/>
          <a:lstStyle>
            <a:lvl1pPr algn="ctr">
              <a:buNone/>
              <a:defRPr/>
            </a:lvl1pPr>
          </a:lstStyle>
          <a:p>
            <a:r>
              <a:rPr lang="en-US" dirty="0"/>
              <a:t>Picture</a:t>
            </a:r>
          </a:p>
        </p:txBody>
      </p:sp>
      <p:sp>
        <p:nvSpPr>
          <p:cNvPr id="27" name="Rectangle 26">
            <a:extLst>
              <a:ext uri="{FF2B5EF4-FFF2-40B4-BE49-F238E27FC236}">
                <a16:creationId xmlns:a16="http://schemas.microsoft.com/office/drawing/2014/main" id="{76763C05-47FB-4725-A20D-066889246220}"/>
              </a:ext>
            </a:extLst>
          </p:cNvPr>
          <p:cNvSpPr/>
          <p:nvPr userDrawn="1"/>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Title 1">
            <a:extLst>
              <a:ext uri="{FF2B5EF4-FFF2-40B4-BE49-F238E27FC236}">
                <a16:creationId xmlns:a16="http://schemas.microsoft.com/office/drawing/2014/main" id="{9EDC39EC-C00D-4DE8-8828-E0E5AD579F19}"/>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2" name="Picture Placeholder 14">
            <a:extLst>
              <a:ext uri="{FF2B5EF4-FFF2-40B4-BE49-F238E27FC236}">
                <a16:creationId xmlns:a16="http://schemas.microsoft.com/office/drawing/2014/main" id="{AC393A50-B0FA-44B0-850A-6E748DECA20A}"/>
              </a:ext>
            </a:extLst>
          </p:cNvPr>
          <p:cNvSpPr>
            <a:spLocks noGrp="1"/>
          </p:cNvSpPr>
          <p:nvPr>
            <p:ph type="pic" sz="quarter" idx="28" hasCustomPrompt="1"/>
          </p:nvPr>
        </p:nvSpPr>
        <p:spPr>
          <a:xfrm>
            <a:off x="2999232" y="2798064"/>
            <a:ext cx="1463040" cy="1481328"/>
          </a:xfrm>
        </p:spPr>
        <p:txBody>
          <a:bodyPr anchor="ctr"/>
          <a:lstStyle>
            <a:lvl1pPr algn="ctr">
              <a:buNone/>
              <a:defRPr/>
            </a:lvl1pPr>
          </a:lstStyle>
          <a:p>
            <a:r>
              <a:rPr lang="en-US" dirty="0"/>
              <a:t>Picture</a:t>
            </a:r>
          </a:p>
        </p:txBody>
      </p:sp>
      <p:sp>
        <p:nvSpPr>
          <p:cNvPr id="33" name="Picture Placeholder 14">
            <a:extLst>
              <a:ext uri="{FF2B5EF4-FFF2-40B4-BE49-F238E27FC236}">
                <a16:creationId xmlns:a16="http://schemas.microsoft.com/office/drawing/2014/main" id="{C19D18E3-AE27-4902-A5E1-1E388C8CA886}"/>
              </a:ext>
            </a:extLst>
          </p:cNvPr>
          <p:cNvSpPr>
            <a:spLocks noGrp="1"/>
          </p:cNvSpPr>
          <p:nvPr>
            <p:ph type="pic" sz="quarter" idx="29" hasCustomPrompt="1"/>
          </p:nvPr>
        </p:nvSpPr>
        <p:spPr>
          <a:xfrm>
            <a:off x="10268712" y="2798064"/>
            <a:ext cx="1463040" cy="1481328"/>
          </a:xfrm>
        </p:spPr>
        <p:txBody>
          <a:bodyPr anchor="ctr"/>
          <a:lstStyle>
            <a:lvl1pPr algn="ctr">
              <a:buNone/>
              <a:defRPr/>
            </a:lvl1pPr>
          </a:lstStyle>
          <a:p>
            <a:r>
              <a:rPr lang="en-US" dirty="0"/>
              <a:t>Picture</a:t>
            </a:r>
          </a:p>
        </p:txBody>
      </p:sp>
      <p:sp>
        <p:nvSpPr>
          <p:cNvPr id="11" name="Date Placeholder 10">
            <a:extLst>
              <a:ext uri="{FF2B5EF4-FFF2-40B4-BE49-F238E27FC236}">
                <a16:creationId xmlns:a16="http://schemas.microsoft.com/office/drawing/2014/main" id="{C4A1E4D4-19E0-496B-BBAF-99A720781C00}"/>
              </a:ext>
            </a:extLst>
          </p:cNvPr>
          <p:cNvSpPr>
            <a:spLocks noGrp="1"/>
          </p:cNvSpPr>
          <p:nvPr>
            <p:ph type="dt" sz="half" idx="32"/>
          </p:nvPr>
        </p:nvSpPr>
        <p:spPr>
          <a:xfrm>
            <a:off x="905256" y="6356350"/>
            <a:ext cx="2743200" cy="365125"/>
          </a:xfrm>
        </p:spPr>
        <p:txBody>
          <a:bodyPr/>
          <a:lstStyle/>
          <a:p>
            <a:r>
              <a:rPr lang="en-US" dirty="0"/>
              <a:t>9/4/20XX</a:t>
            </a:r>
          </a:p>
        </p:txBody>
      </p:sp>
      <p:sp>
        <p:nvSpPr>
          <p:cNvPr id="12" name="Footer Placeholder 11">
            <a:extLst>
              <a:ext uri="{FF2B5EF4-FFF2-40B4-BE49-F238E27FC236}">
                <a16:creationId xmlns:a16="http://schemas.microsoft.com/office/drawing/2014/main" id="{D0281C10-EAAA-4F45-8CC9-87F9F9116C21}"/>
              </a:ext>
            </a:extLst>
          </p:cNvPr>
          <p:cNvSpPr>
            <a:spLocks noGrp="1"/>
          </p:cNvSpPr>
          <p:nvPr>
            <p:ph type="ftr" sz="quarter" idx="33"/>
          </p:nvPr>
        </p:nvSpPr>
        <p:spPr/>
        <p:txBody>
          <a:bodyPr/>
          <a:lstStyle/>
          <a:p>
            <a:r>
              <a:rPr lang="en-US" dirty="0"/>
              <a:t>Presentation Title</a:t>
            </a:r>
          </a:p>
        </p:txBody>
      </p:sp>
      <p:sp>
        <p:nvSpPr>
          <p:cNvPr id="13" name="Slide Number Placeholder 12">
            <a:extLst>
              <a:ext uri="{FF2B5EF4-FFF2-40B4-BE49-F238E27FC236}">
                <a16:creationId xmlns:a16="http://schemas.microsoft.com/office/drawing/2014/main" id="{389175D6-43FD-42A2-8595-893FC3BFCDF6}"/>
              </a:ext>
            </a:extLst>
          </p:cNvPr>
          <p:cNvSpPr>
            <a:spLocks noGrp="1"/>
          </p:cNvSpPr>
          <p:nvPr>
            <p:ph type="sldNum" sz="quarter" idx="34"/>
          </p:nvPr>
        </p:nvSpPr>
        <p:spPr/>
        <p:txBody>
          <a:bodyPr/>
          <a:lstStyle/>
          <a:p>
            <a:fld id="{A65A5C87-DF58-40C8-B092-1DE63DB4547E}" type="slidenum">
              <a:rPr lang="en-US" smtClean="0"/>
              <a:t>‹#›</a:t>
            </a:fld>
            <a:endParaRPr lang="en-US" dirty="0"/>
          </a:p>
        </p:txBody>
      </p:sp>
      <p:sp>
        <p:nvSpPr>
          <p:cNvPr id="37" name="Text Placeholder 35">
            <a:extLst>
              <a:ext uri="{FF2B5EF4-FFF2-40B4-BE49-F238E27FC236}">
                <a16:creationId xmlns:a16="http://schemas.microsoft.com/office/drawing/2014/main" id="{28F74B10-F76D-4BBB-A284-01D5A0DF8BCB}"/>
              </a:ext>
            </a:extLst>
          </p:cNvPr>
          <p:cNvSpPr>
            <a:spLocks noGrp="1"/>
          </p:cNvSpPr>
          <p:nvPr>
            <p:ph type="body" sz="quarter" idx="36" hasCustomPrompt="1"/>
          </p:nvPr>
        </p:nvSpPr>
        <p:spPr>
          <a:xfrm>
            <a:off x="5431536"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38" name="Text Placeholder 35">
            <a:extLst>
              <a:ext uri="{FF2B5EF4-FFF2-40B4-BE49-F238E27FC236}">
                <a16:creationId xmlns:a16="http://schemas.microsoft.com/office/drawing/2014/main" id="{BD245DC2-6D7B-4AEE-B8EE-0D0E473AFFF5}"/>
              </a:ext>
            </a:extLst>
          </p:cNvPr>
          <p:cNvSpPr>
            <a:spLocks noGrp="1"/>
          </p:cNvSpPr>
          <p:nvPr>
            <p:ph type="body" sz="quarter" idx="37" hasCustomPrompt="1"/>
          </p:nvPr>
        </p:nvSpPr>
        <p:spPr>
          <a:xfrm>
            <a:off x="7845552"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39" name="Text Placeholder 35">
            <a:extLst>
              <a:ext uri="{FF2B5EF4-FFF2-40B4-BE49-F238E27FC236}">
                <a16:creationId xmlns:a16="http://schemas.microsoft.com/office/drawing/2014/main" id="{28069EAF-8C82-49CC-8A38-2ACAD26F7DE9}"/>
              </a:ext>
            </a:extLst>
          </p:cNvPr>
          <p:cNvSpPr>
            <a:spLocks noGrp="1"/>
          </p:cNvSpPr>
          <p:nvPr>
            <p:ph type="body" sz="quarter" idx="38" hasCustomPrompt="1"/>
          </p:nvPr>
        </p:nvSpPr>
        <p:spPr>
          <a:xfrm>
            <a:off x="10268712"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40" name="Text Placeholder 35">
            <a:extLst>
              <a:ext uri="{FF2B5EF4-FFF2-40B4-BE49-F238E27FC236}">
                <a16:creationId xmlns:a16="http://schemas.microsoft.com/office/drawing/2014/main" id="{DAA3B1CD-59B3-4B73-B91A-88CED1D8FDD6}"/>
              </a:ext>
            </a:extLst>
          </p:cNvPr>
          <p:cNvSpPr>
            <a:spLocks noGrp="1"/>
          </p:cNvSpPr>
          <p:nvPr>
            <p:ph type="body" sz="quarter" idx="39" hasCustomPrompt="1"/>
          </p:nvPr>
        </p:nvSpPr>
        <p:spPr>
          <a:xfrm>
            <a:off x="594360"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
        <p:nvSpPr>
          <p:cNvPr id="41" name="Text Placeholder 35">
            <a:extLst>
              <a:ext uri="{FF2B5EF4-FFF2-40B4-BE49-F238E27FC236}">
                <a16:creationId xmlns:a16="http://schemas.microsoft.com/office/drawing/2014/main" id="{C1FED6B0-DEB7-46E3-8038-FE6788AC24A9}"/>
              </a:ext>
            </a:extLst>
          </p:cNvPr>
          <p:cNvSpPr>
            <a:spLocks noGrp="1"/>
          </p:cNvSpPr>
          <p:nvPr>
            <p:ph type="body" sz="quarter" idx="35" hasCustomPrompt="1"/>
          </p:nvPr>
        </p:nvSpPr>
        <p:spPr>
          <a:xfrm>
            <a:off x="3008376" y="4489704"/>
            <a:ext cx="1462088" cy="649288"/>
          </a:xfrm>
        </p:spPr>
        <p:txBody>
          <a:bodyPr/>
          <a:lstStyle>
            <a:lvl1pPr marL="0" indent="0" algn="ctr">
              <a:lnSpc>
                <a:spcPct val="100000"/>
              </a:lnSpc>
              <a:spcBef>
                <a:spcPts val="0"/>
              </a:spcBef>
              <a:buNone/>
              <a:defRPr sz="2000"/>
            </a:lvl1pPr>
            <a:lvl2pPr marL="0" indent="0" algn="ctr">
              <a:lnSpc>
                <a:spcPct val="100000"/>
              </a:lnSpc>
              <a:spcBef>
                <a:spcPts val="0"/>
              </a:spcBef>
              <a:buNone/>
              <a:defRPr sz="1600"/>
            </a:lvl2pPr>
            <a:lvl3pPr>
              <a:defRPr sz="2000"/>
            </a:lvl3pPr>
            <a:lvl4pPr>
              <a:defRPr sz="2000"/>
            </a:lvl4pPr>
            <a:lvl5pPr>
              <a:defRPr sz="2000"/>
            </a:lvl5pPr>
          </a:lstStyle>
          <a:p>
            <a:pPr lvl="0"/>
            <a:r>
              <a:rPr lang="en-US" dirty="0"/>
              <a:t>Name</a:t>
            </a:r>
          </a:p>
          <a:p>
            <a:pPr lvl="1"/>
            <a:r>
              <a:rPr lang="en-US" dirty="0"/>
              <a:t>Title</a:t>
            </a:r>
          </a:p>
        </p:txBody>
      </p:sp>
    </p:spTree>
    <p:extLst>
      <p:ext uri="{BB962C8B-B14F-4D97-AF65-F5344CB8AC3E}">
        <p14:creationId xmlns:p14="http://schemas.microsoft.com/office/powerpoint/2010/main" val="431511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a:lstStyle/>
          <a:p>
            <a:r>
              <a:rPr lang="en-US" dirty="0"/>
              <a:t>9/4/20XX</a:t>
            </a:r>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606934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3 colum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userDrawn="1"/>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57607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576072" y="3203688"/>
            <a:ext cx="3291840" cy="2968512"/>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450799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4507992" y="3203687"/>
            <a:ext cx="329184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905256" y="6356350"/>
            <a:ext cx="2743200" cy="365125"/>
          </a:xfrm>
        </p:spPr>
        <p:txBody>
          <a:bodyPr/>
          <a:lstStyle/>
          <a:p>
            <a:r>
              <a:rPr lang="en-US" dirty="0"/>
              <a:t>9/4/20XX</a:t>
            </a:r>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smtClean="0"/>
              <a:t>‹#›</a:t>
            </a:fld>
            <a:endParaRPr lang="en-US" dirty="0"/>
          </a:p>
        </p:txBody>
      </p:sp>
      <p:sp>
        <p:nvSpPr>
          <p:cNvPr id="14" name="Text Placeholder 4">
            <a:extLst>
              <a:ext uri="{FF2B5EF4-FFF2-40B4-BE49-F238E27FC236}">
                <a16:creationId xmlns:a16="http://schemas.microsoft.com/office/drawing/2014/main" id="{CE04853A-B5A7-418B-B49F-E718136614E0}"/>
              </a:ext>
            </a:extLst>
          </p:cNvPr>
          <p:cNvSpPr>
            <a:spLocks noGrp="1"/>
          </p:cNvSpPr>
          <p:nvPr>
            <p:ph type="body" sz="quarter" idx="13"/>
          </p:nvPr>
        </p:nvSpPr>
        <p:spPr>
          <a:xfrm>
            <a:off x="8439912" y="2372650"/>
            <a:ext cx="329184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5">
            <a:extLst>
              <a:ext uri="{FF2B5EF4-FFF2-40B4-BE49-F238E27FC236}">
                <a16:creationId xmlns:a16="http://schemas.microsoft.com/office/drawing/2014/main" id="{D08E5547-BBB9-4D87-A012-6BC6B1330861}"/>
              </a:ext>
            </a:extLst>
          </p:cNvPr>
          <p:cNvSpPr>
            <a:spLocks noGrp="1"/>
          </p:cNvSpPr>
          <p:nvPr>
            <p:ph sz="quarter" idx="14"/>
          </p:nvPr>
        </p:nvSpPr>
        <p:spPr>
          <a:xfrm>
            <a:off x="8439912" y="3203687"/>
            <a:ext cx="3291840" cy="2968511"/>
          </a:xfrm>
        </p:spPr>
        <p:txBody>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02261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with 3 pictures">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CD68929-9BD1-4A1E-9C1E-5B980D986EC1}"/>
              </a:ext>
            </a:extLst>
          </p:cNvPr>
          <p:cNvSpPr/>
          <p:nvPr userDrawn="1"/>
        </p:nvSpPr>
        <p:spPr>
          <a:xfrm>
            <a:off x="409575" y="633619"/>
            <a:ext cx="4927413"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841248" y="978408"/>
            <a:ext cx="4059936" cy="1106424"/>
          </a:xfrm>
        </p:spPr>
        <p:txBody>
          <a:bodyPr anchor="ctr">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841248" y="2359152"/>
            <a:ext cx="4059936" cy="3429000"/>
          </a:xfrm>
        </p:spPr>
        <p:txBody>
          <a:bodyPr/>
          <a:lstStyle>
            <a:lvl1pPr marL="0" indent="0">
              <a:buNone/>
              <a:defRPr sz="1800"/>
            </a:lvl1pPr>
          </a:lstStyle>
          <a:p>
            <a:pPr lvl="0"/>
            <a:r>
              <a:rPr lang="en-US"/>
              <a:t>Click to edit Master text styles</a:t>
            </a:r>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8961120" y="566928"/>
            <a:ext cx="2871216" cy="2340864"/>
          </a:xfrm>
        </p:spPr>
        <p:txBody>
          <a:bodyPr anchor="ctr"/>
          <a:lstStyle>
            <a:lvl1pPr algn="ctr">
              <a:buNone/>
              <a:defRPr/>
            </a:lvl1pPr>
          </a:lstStyle>
          <a:p>
            <a:r>
              <a:rPr lang="en-US"/>
              <a:t>Click icon to add picture</a:t>
            </a:r>
            <a:endParaRPr lang="en-US" dirty="0"/>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5843016" y="566928"/>
            <a:ext cx="2871216" cy="2340864"/>
          </a:xfrm>
        </p:spPr>
        <p:txBody>
          <a:bodyPr anchor="ctr"/>
          <a:lstStyle>
            <a:lvl1pPr algn="ctr">
              <a:buNone/>
              <a:defRPr/>
            </a:lvl1pPr>
          </a:lstStyle>
          <a:p>
            <a:r>
              <a:rPr lang="en-US"/>
              <a:t>Click icon to add picture</a:t>
            </a:r>
            <a:endParaRPr lang="en-US" dirty="0"/>
          </a:p>
        </p:txBody>
      </p:sp>
      <p:sp>
        <p:nvSpPr>
          <p:cNvPr id="5" name="Rectangle 4">
            <a:extLst>
              <a:ext uri="{FF2B5EF4-FFF2-40B4-BE49-F238E27FC236}">
                <a16:creationId xmlns:a16="http://schemas.microsoft.com/office/drawing/2014/main" id="{B3ED68CE-A00C-4DD9-8065-B0E3D033BC20}"/>
              </a:ext>
            </a:extLst>
          </p:cNvPr>
          <p:cNvSpPr/>
          <p:nvPr userDrawn="1"/>
        </p:nvSpPr>
        <p:spPr>
          <a:xfrm>
            <a:off x="345567" y="117043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B3EDCB6-603C-4A22-80E6-232A6202452A}"/>
              </a:ext>
            </a:extLst>
          </p:cNvPr>
          <p:cNvSpPr/>
          <p:nvPr userDrawn="1"/>
        </p:nvSpPr>
        <p:spPr>
          <a:xfrm>
            <a:off x="877459" y="2121408"/>
            <a:ext cx="3958650"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Picture Placeholder 14">
            <a:extLst>
              <a:ext uri="{FF2B5EF4-FFF2-40B4-BE49-F238E27FC236}">
                <a16:creationId xmlns:a16="http://schemas.microsoft.com/office/drawing/2014/main" id="{FBB9124E-D1EB-4540-B1E1-DF3CD388BB27}"/>
              </a:ext>
            </a:extLst>
          </p:cNvPr>
          <p:cNvSpPr>
            <a:spLocks noGrp="1"/>
          </p:cNvSpPr>
          <p:nvPr>
            <p:ph type="pic" sz="quarter" idx="17"/>
          </p:nvPr>
        </p:nvSpPr>
        <p:spPr>
          <a:xfrm>
            <a:off x="5843016" y="3108960"/>
            <a:ext cx="5989320" cy="3054096"/>
          </a:xfrm>
        </p:spPr>
        <p:txBody>
          <a:bodyPr anchor="ctr"/>
          <a:lstStyle>
            <a:lvl1pPr algn="ctr">
              <a:buNone/>
              <a:defRPr/>
            </a:lvl1pPr>
          </a:lstStyle>
          <a:p>
            <a:r>
              <a:rPr lang="en-US"/>
              <a:t>Click icon to add picture</a:t>
            </a:r>
            <a:endParaRPr lang="en-US" dirty="0"/>
          </a:p>
        </p:txBody>
      </p:sp>
      <p:sp>
        <p:nvSpPr>
          <p:cNvPr id="18" name="Date Placehold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a:lstStyle/>
          <a:p>
            <a:r>
              <a:rPr lang="en-US" dirty="0"/>
              <a:t>9/4/20XX</a:t>
            </a:r>
          </a:p>
        </p:txBody>
      </p:sp>
      <p:sp>
        <p:nvSpPr>
          <p:cNvPr id="19" name="Footer Placehold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a:lstStyle/>
          <a:p>
            <a:r>
              <a:rPr lang="en-US" dirty="0"/>
              <a:t>Presentation Title</a:t>
            </a:r>
          </a:p>
        </p:txBody>
      </p:sp>
      <p:sp>
        <p:nvSpPr>
          <p:cNvPr id="20" name="Slide Number Placehold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3527971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2CD68929-9BD1-4A1E-9C1E-5B980D986EC1}"/>
              </a:ext>
            </a:extLst>
          </p:cNvPr>
          <p:cNvSpPr/>
          <p:nvPr userDrawn="1"/>
        </p:nvSpPr>
        <p:spPr>
          <a:xfrm>
            <a:off x="7324344" y="630936"/>
            <a:ext cx="4517136" cy="5495925"/>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7772400" y="978408"/>
            <a:ext cx="3721608" cy="1106424"/>
          </a:xfrm>
        </p:spPr>
        <p:txBody>
          <a:bodyPr anchor="ctr">
            <a:normAutofit/>
          </a:bodyPr>
          <a:lstStyle>
            <a:lvl1pPr>
              <a:defRPr sz="2800"/>
            </a:lvl1pPr>
          </a:lstStyle>
          <a:p>
            <a:r>
              <a:rPr lang="en-US"/>
              <a:t>Click to edit Master title style</a:t>
            </a:r>
            <a:endParaRPr lang="en-US" dirty="0"/>
          </a:p>
        </p:txBody>
      </p:sp>
      <p:sp>
        <p:nvSpPr>
          <p:cNvPr id="15" name="Picture Placeholder 14">
            <a:extLst>
              <a:ext uri="{FF2B5EF4-FFF2-40B4-BE49-F238E27FC236}">
                <a16:creationId xmlns:a16="http://schemas.microsoft.com/office/drawing/2014/main" id="{D9F91D62-7A39-4697-A73D-908DBA590EFB}"/>
              </a:ext>
            </a:extLst>
          </p:cNvPr>
          <p:cNvSpPr>
            <a:spLocks noGrp="1"/>
          </p:cNvSpPr>
          <p:nvPr>
            <p:ph type="pic" sz="quarter" idx="13"/>
          </p:nvPr>
        </p:nvSpPr>
        <p:spPr>
          <a:xfrm>
            <a:off x="3767328" y="630936"/>
            <a:ext cx="3246120" cy="2688336"/>
          </a:xfrm>
        </p:spPr>
        <p:txBody>
          <a:bodyPr anchor="ctr"/>
          <a:lstStyle>
            <a:lvl1pPr algn="ctr">
              <a:buNone/>
              <a:defRPr/>
            </a:lvl1pPr>
          </a:lstStyle>
          <a:p>
            <a:r>
              <a:rPr lang="en-US"/>
              <a:t>Click icon to add picture</a:t>
            </a:r>
            <a:endParaRPr lang="en-US" dirty="0"/>
          </a:p>
        </p:txBody>
      </p:sp>
      <p:sp>
        <p:nvSpPr>
          <p:cNvPr id="10" name="Picture Placeholder 14">
            <a:extLst>
              <a:ext uri="{FF2B5EF4-FFF2-40B4-BE49-F238E27FC236}">
                <a16:creationId xmlns:a16="http://schemas.microsoft.com/office/drawing/2014/main" id="{687A7A61-F904-44E0-837C-FB357932BC1E}"/>
              </a:ext>
            </a:extLst>
          </p:cNvPr>
          <p:cNvSpPr>
            <a:spLocks noGrp="1"/>
          </p:cNvSpPr>
          <p:nvPr>
            <p:ph type="pic" sz="quarter" idx="14"/>
          </p:nvPr>
        </p:nvSpPr>
        <p:spPr>
          <a:xfrm>
            <a:off x="411480" y="630936"/>
            <a:ext cx="3246120" cy="2688336"/>
          </a:xfrm>
        </p:spPr>
        <p:txBody>
          <a:bodyPr anchor="ctr"/>
          <a:lstStyle>
            <a:lvl1pPr algn="ctr">
              <a:buNone/>
              <a:defRPr/>
            </a:lvl1pPr>
          </a:lstStyle>
          <a:p>
            <a:r>
              <a:rPr lang="en-US"/>
              <a:t>Click icon to add picture</a:t>
            </a:r>
            <a:endParaRPr lang="en-US" dirty="0"/>
          </a:p>
        </p:txBody>
      </p:sp>
      <p:sp>
        <p:nvSpPr>
          <p:cNvPr id="5" name="Rectangle 4">
            <a:extLst>
              <a:ext uri="{FF2B5EF4-FFF2-40B4-BE49-F238E27FC236}">
                <a16:creationId xmlns:a16="http://schemas.microsoft.com/office/drawing/2014/main" id="{B3ED68CE-A00C-4DD9-8065-B0E3D033BC20}"/>
              </a:ext>
            </a:extLst>
          </p:cNvPr>
          <p:cNvSpPr/>
          <p:nvPr userDrawn="1"/>
        </p:nvSpPr>
        <p:spPr>
          <a:xfrm>
            <a:off x="7260336" y="1179576"/>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Picture Placeholder 14">
            <a:extLst>
              <a:ext uri="{FF2B5EF4-FFF2-40B4-BE49-F238E27FC236}">
                <a16:creationId xmlns:a16="http://schemas.microsoft.com/office/drawing/2014/main" id="{FBB9124E-D1EB-4540-B1E1-DF3CD388BB27}"/>
              </a:ext>
            </a:extLst>
          </p:cNvPr>
          <p:cNvSpPr>
            <a:spLocks noGrp="1"/>
          </p:cNvSpPr>
          <p:nvPr>
            <p:ph type="pic" sz="quarter" idx="17"/>
          </p:nvPr>
        </p:nvSpPr>
        <p:spPr>
          <a:xfrm>
            <a:off x="411480" y="3438144"/>
            <a:ext cx="3246120" cy="2688336"/>
          </a:xfrm>
        </p:spPr>
        <p:txBody>
          <a:bodyPr anchor="ctr"/>
          <a:lstStyle>
            <a:lvl1pPr algn="ctr">
              <a:buNone/>
              <a:defRPr/>
            </a:lvl1pPr>
          </a:lstStyle>
          <a:p>
            <a:r>
              <a:rPr lang="en-US"/>
              <a:t>Click icon to add picture</a:t>
            </a:r>
            <a:endParaRPr lang="en-US" dirty="0"/>
          </a:p>
        </p:txBody>
      </p:sp>
      <p:sp>
        <p:nvSpPr>
          <p:cNvPr id="18" name="Date Placeholder 17">
            <a:extLst>
              <a:ext uri="{FF2B5EF4-FFF2-40B4-BE49-F238E27FC236}">
                <a16:creationId xmlns:a16="http://schemas.microsoft.com/office/drawing/2014/main" id="{88171D0F-B23C-4DA9-9F5D-C5F480A4C5BE}"/>
              </a:ext>
            </a:extLst>
          </p:cNvPr>
          <p:cNvSpPr>
            <a:spLocks noGrp="1"/>
          </p:cNvSpPr>
          <p:nvPr>
            <p:ph type="dt" sz="half" idx="18"/>
          </p:nvPr>
        </p:nvSpPr>
        <p:spPr>
          <a:xfrm>
            <a:off x="905256" y="6356350"/>
            <a:ext cx="2743200" cy="365125"/>
          </a:xfrm>
        </p:spPr>
        <p:txBody>
          <a:bodyPr/>
          <a:lstStyle/>
          <a:p>
            <a:r>
              <a:rPr lang="en-US" dirty="0"/>
              <a:t>9/4/20XX</a:t>
            </a:r>
          </a:p>
        </p:txBody>
      </p:sp>
      <p:sp>
        <p:nvSpPr>
          <p:cNvPr id="19" name="Footer Placeholder 18">
            <a:extLst>
              <a:ext uri="{FF2B5EF4-FFF2-40B4-BE49-F238E27FC236}">
                <a16:creationId xmlns:a16="http://schemas.microsoft.com/office/drawing/2014/main" id="{69186A5E-A88B-4AD5-8730-E1679229BB98}"/>
              </a:ext>
            </a:extLst>
          </p:cNvPr>
          <p:cNvSpPr>
            <a:spLocks noGrp="1"/>
          </p:cNvSpPr>
          <p:nvPr>
            <p:ph type="ftr" sz="quarter" idx="19"/>
          </p:nvPr>
        </p:nvSpPr>
        <p:spPr/>
        <p:txBody>
          <a:bodyPr/>
          <a:lstStyle/>
          <a:p>
            <a:r>
              <a:rPr lang="en-US" dirty="0"/>
              <a:t>Presentation Title</a:t>
            </a:r>
          </a:p>
        </p:txBody>
      </p:sp>
      <p:sp>
        <p:nvSpPr>
          <p:cNvPr id="20" name="Slide Number Placeholder 19">
            <a:extLst>
              <a:ext uri="{FF2B5EF4-FFF2-40B4-BE49-F238E27FC236}">
                <a16:creationId xmlns:a16="http://schemas.microsoft.com/office/drawing/2014/main" id="{FDD4F609-6DE6-4637-A216-DB19D982FF19}"/>
              </a:ext>
            </a:extLst>
          </p:cNvPr>
          <p:cNvSpPr>
            <a:spLocks noGrp="1"/>
          </p:cNvSpPr>
          <p:nvPr>
            <p:ph type="sldNum" sz="quarter" idx="20"/>
          </p:nvPr>
        </p:nvSpPr>
        <p:spPr>
          <a:xfrm>
            <a:off x="8540496" y="6356350"/>
            <a:ext cx="2743200" cy="365125"/>
          </a:xfrm>
        </p:spPr>
        <p:txBody>
          <a:bodyPr/>
          <a:lstStyle/>
          <a:p>
            <a:fld id="{A65A5C87-DF58-40C8-B092-1DE63DB4547E}" type="slidenum">
              <a:rPr lang="en-US" smtClean="0"/>
              <a:t>‹#›</a:t>
            </a:fld>
            <a:endParaRPr lang="en-US" dirty="0"/>
          </a:p>
        </p:txBody>
      </p:sp>
      <p:sp>
        <p:nvSpPr>
          <p:cNvPr id="6" name="Rectangle 5">
            <a:extLst>
              <a:ext uri="{FF2B5EF4-FFF2-40B4-BE49-F238E27FC236}">
                <a16:creationId xmlns:a16="http://schemas.microsoft.com/office/drawing/2014/main" id="{525280B1-DD77-4ADB-A6FC-71309BCB66E1}"/>
              </a:ext>
            </a:extLst>
          </p:cNvPr>
          <p:cNvSpPr/>
          <p:nvPr userDrawn="1"/>
        </p:nvSpPr>
        <p:spPr>
          <a:xfrm>
            <a:off x="7792216" y="2185416"/>
            <a:ext cx="3683187" cy="9144"/>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Picture Placeholder 14">
            <a:extLst>
              <a:ext uri="{FF2B5EF4-FFF2-40B4-BE49-F238E27FC236}">
                <a16:creationId xmlns:a16="http://schemas.microsoft.com/office/drawing/2014/main" id="{6B8374DB-2C54-426F-9768-7B838BE1F98D}"/>
              </a:ext>
            </a:extLst>
          </p:cNvPr>
          <p:cNvSpPr>
            <a:spLocks noGrp="1"/>
          </p:cNvSpPr>
          <p:nvPr>
            <p:ph type="pic" sz="quarter" idx="21"/>
          </p:nvPr>
        </p:nvSpPr>
        <p:spPr>
          <a:xfrm>
            <a:off x="3767328" y="3438144"/>
            <a:ext cx="3246120" cy="2688336"/>
          </a:xfrm>
        </p:spPr>
        <p:txBody>
          <a:bodyPr anchor="ctr"/>
          <a:lstStyle>
            <a:lvl1pPr algn="ctr">
              <a:buNone/>
              <a:defRPr/>
            </a:lvl1pPr>
          </a:lstStyle>
          <a:p>
            <a:r>
              <a:rPr lang="en-US"/>
              <a:t>Click icon to add picture</a:t>
            </a:r>
            <a:endParaRPr lang="en-US" dirty="0"/>
          </a:p>
        </p:txBody>
      </p:sp>
      <p:sp>
        <p:nvSpPr>
          <p:cNvPr id="8" name="Text Placeholder 7">
            <a:extLst>
              <a:ext uri="{FF2B5EF4-FFF2-40B4-BE49-F238E27FC236}">
                <a16:creationId xmlns:a16="http://schemas.microsoft.com/office/drawing/2014/main" id="{A0D33A8D-B0BB-4920-AAC4-6EE9952AA556}"/>
              </a:ext>
            </a:extLst>
          </p:cNvPr>
          <p:cNvSpPr>
            <a:spLocks noGrp="1"/>
          </p:cNvSpPr>
          <p:nvPr>
            <p:ph type="body" sz="quarter" idx="22"/>
          </p:nvPr>
        </p:nvSpPr>
        <p:spPr>
          <a:xfrm>
            <a:off x="7772400" y="3099816"/>
            <a:ext cx="3721100" cy="447675"/>
          </a:xfrm>
        </p:spPr>
        <p:txBody>
          <a:bodyPr/>
          <a:lstStyle>
            <a:lvl1pPr marL="0" indent="0">
              <a:buNone/>
              <a:defRPr sz="1600"/>
            </a:lvl1pPr>
          </a:lstStyle>
          <a:p>
            <a:pPr lvl="0"/>
            <a:r>
              <a:rPr lang="en-US"/>
              <a:t>Click to edit Master text styles</a:t>
            </a:r>
          </a:p>
        </p:txBody>
      </p:sp>
      <p:sp>
        <p:nvSpPr>
          <p:cNvPr id="21" name="Text Placeholder 7">
            <a:extLst>
              <a:ext uri="{FF2B5EF4-FFF2-40B4-BE49-F238E27FC236}">
                <a16:creationId xmlns:a16="http://schemas.microsoft.com/office/drawing/2014/main" id="{FC2F80E1-DA5D-4EBA-BDBC-FFD24776ED07}"/>
              </a:ext>
            </a:extLst>
          </p:cNvPr>
          <p:cNvSpPr>
            <a:spLocks noGrp="1"/>
          </p:cNvSpPr>
          <p:nvPr>
            <p:ph type="body" sz="quarter" idx="23"/>
          </p:nvPr>
        </p:nvSpPr>
        <p:spPr>
          <a:xfrm>
            <a:off x="7772400" y="4215384"/>
            <a:ext cx="3721100" cy="447675"/>
          </a:xfrm>
        </p:spPr>
        <p:txBody>
          <a:bodyPr/>
          <a:lstStyle>
            <a:lvl1pPr marL="0" indent="0">
              <a:buNone/>
              <a:defRPr sz="1600"/>
            </a:lvl1pPr>
          </a:lstStyle>
          <a:p>
            <a:pPr lvl="0"/>
            <a:r>
              <a:rPr lang="en-US"/>
              <a:t>Click to edit Master text styles</a:t>
            </a:r>
          </a:p>
        </p:txBody>
      </p:sp>
      <p:sp>
        <p:nvSpPr>
          <p:cNvPr id="22" name="Text Placeholder 7">
            <a:extLst>
              <a:ext uri="{FF2B5EF4-FFF2-40B4-BE49-F238E27FC236}">
                <a16:creationId xmlns:a16="http://schemas.microsoft.com/office/drawing/2014/main" id="{536A3E74-5D94-4FE5-A5F8-7DA032AD48AF}"/>
              </a:ext>
            </a:extLst>
          </p:cNvPr>
          <p:cNvSpPr>
            <a:spLocks noGrp="1"/>
          </p:cNvSpPr>
          <p:nvPr>
            <p:ph type="body" sz="quarter" idx="24"/>
          </p:nvPr>
        </p:nvSpPr>
        <p:spPr>
          <a:xfrm>
            <a:off x="7772400" y="5321808"/>
            <a:ext cx="3721100" cy="447675"/>
          </a:xfrm>
        </p:spPr>
        <p:txBody>
          <a:bodyPr/>
          <a:lstStyle>
            <a:lvl1pPr marL="0" indent="0">
              <a:buNone/>
              <a:defRPr sz="1600"/>
            </a:lvl1pPr>
          </a:lstStyle>
          <a:p>
            <a:pPr lvl="0"/>
            <a:r>
              <a:rPr lang="en-US"/>
              <a:t>Click to edit Master text styles</a:t>
            </a:r>
          </a:p>
        </p:txBody>
      </p:sp>
      <p:sp>
        <p:nvSpPr>
          <p:cNvPr id="23" name="Picture Placeholder 14">
            <a:extLst>
              <a:ext uri="{FF2B5EF4-FFF2-40B4-BE49-F238E27FC236}">
                <a16:creationId xmlns:a16="http://schemas.microsoft.com/office/drawing/2014/main" id="{A36D2011-9E99-44AA-8612-4EEBAAA5D036}"/>
              </a:ext>
            </a:extLst>
          </p:cNvPr>
          <p:cNvSpPr>
            <a:spLocks noGrp="1"/>
          </p:cNvSpPr>
          <p:nvPr>
            <p:ph type="pic" sz="quarter" idx="25" hasCustomPrompt="1"/>
          </p:nvPr>
        </p:nvSpPr>
        <p:spPr>
          <a:xfrm>
            <a:off x="7772400" y="2532888"/>
            <a:ext cx="457200" cy="457200"/>
          </a:xfrm>
        </p:spPr>
        <p:txBody>
          <a:bodyPr anchor="ctr"/>
          <a:lstStyle>
            <a:lvl1pPr algn="ctr">
              <a:buNone/>
              <a:defRPr sz="900"/>
            </a:lvl1pPr>
          </a:lstStyle>
          <a:p>
            <a:r>
              <a:rPr lang="en-US" dirty="0"/>
              <a:t>Icon</a:t>
            </a:r>
          </a:p>
        </p:txBody>
      </p:sp>
      <p:sp>
        <p:nvSpPr>
          <p:cNvPr id="24" name="Picture Placeholder 14">
            <a:extLst>
              <a:ext uri="{FF2B5EF4-FFF2-40B4-BE49-F238E27FC236}">
                <a16:creationId xmlns:a16="http://schemas.microsoft.com/office/drawing/2014/main" id="{80B0958E-0709-4604-ADAF-A6137275F31B}"/>
              </a:ext>
            </a:extLst>
          </p:cNvPr>
          <p:cNvSpPr>
            <a:spLocks noGrp="1"/>
          </p:cNvSpPr>
          <p:nvPr>
            <p:ph type="pic" sz="quarter" idx="26" hasCustomPrompt="1"/>
          </p:nvPr>
        </p:nvSpPr>
        <p:spPr>
          <a:xfrm>
            <a:off x="7772400" y="3630168"/>
            <a:ext cx="457200" cy="457200"/>
          </a:xfrm>
        </p:spPr>
        <p:txBody>
          <a:bodyPr anchor="ctr"/>
          <a:lstStyle>
            <a:lvl1pPr algn="ctr">
              <a:buNone/>
              <a:defRPr sz="900"/>
            </a:lvl1pPr>
          </a:lstStyle>
          <a:p>
            <a:r>
              <a:rPr lang="en-US" dirty="0"/>
              <a:t>Icon</a:t>
            </a:r>
          </a:p>
        </p:txBody>
      </p:sp>
      <p:sp>
        <p:nvSpPr>
          <p:cNvPr id="25" name="Picture Placeholder 14">
            <a:extLst>
              <a:ext uri="{FF2B5EF4-FFF2-40B4-BE49-F238E27FC236}">
                <a16:creationId xmlns:a16="http://schemas.microsoft.com/office/drawing/2014/main" id="{F4A09204-1398-472F-B713-0AD49188773D}"/>
              </a:ext>
            </a:extLst>
          </p:cNvPr>
          <p:cNvSpPr>
            <a:spLocks noGrp="1"/>
          </p:cNvSpPr>
          <p:nvPr>
            <p:ph type="pic" sz="quarter" idx="27" hasCustomPrompt="1"/>
          </p:nvPr>
        </p:nvSpPr>
        <p:spPr>
          <a:xfrm>
            <a:off x="7772400" y="4754880"/>
            <a:ext cx="457200" cy="457200"/>
          </a:xfrm>
        </p:spPr>
        <p:txBody>
          <a:bodyPr anchor="ctr"/>
          <a:lstStyle>
            <a:lvl1pPr algn="ctr">
              <a:buNone/>
              <a:defRPr sz="900"/>
            </a:lvl1pPr>
          </a:lstStyle>
          <a:p>
            <a:r>
              <a:rPr lang="en-US" dirty="0"/>
              <a:t>Icon</a:t>
            </a:r>
          </a:p>
        </p:txBody>
      </p:sp>
    </p:spTree>
    <p:extLst>
      <p:ext uri="{BB962C8B-B14F-4D97-AF65-F5344CB8AC3E}">
        <p14:creationId xmlns:p14="http://schemas.microsoft.com/office/powerpoint/2010/main" val="3439343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userDrawn="1"/>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r>
              <a:rPr lang="en-US" dirty="0"/>
              <a:t>9/4/20XX</a:t>
            </a:r>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4009944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r>
              <a:rPr lang="en-US" dirty="0"/>
              <a:t>9/4/20XX</a:t>
            </a:r>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40603778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r>
              <a:rPr lang="en-US" dirty="0"/>
              <a:t>9/4/20XX</a:t>
            </a:r>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17772245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r>
              <a:rPr lang="en-US" dirty="0"/>
              <a:t>9/4/20XX</a:t>
            </a:r>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smtClean="0"/>
              <a:t>‹#›</a:t>
            </a:fld>
            <a:endParaRPr lang="en-US" dirty="0"/>
          </a:p>
        </p:txBody>
      </p:sp>
    </p:spTree>
    <p:extLst>
      <p:ext uri="{BB962C8B-B14F-4D97-AF65-F5344CB8AC3E}">
        <p14:creationId xmlns:p14="http://schemas.microsoft.com/office/powerpoint/2010/main" val="433248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9/4/20XX</a:t>
            </a:r>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5A5C87-DF58-40C8-B092-1DE63DB4547E}" type="slidenum">
              <a:rPr lang="en-US" smtClean="0"/>
              <a:t>‹#›</a:t>
            </a:fld>
            <a:endParaRPr lang="en-US" dirty="0"/>
          </a:p>
        </p:txBody>
      </p:sp>
    </p:spTree>
    <p:extLst>
      <p:ext uri="{BB962C8B-B14F-4D97-AF65-F5344CB8AC3E}">
        <p14:creationId xmlns:p14="http://schemas.microsoft.com/office/powerpoint/2010/main" val="1785134420"/>
      </p:ext>
    </p:extLst>
  </p:cSld>
  <p:clrMap bg1="lt1" tx1="dk1" bg2="lt2" tx2="dk2" accent1="accent1" accent2="accent2" accent3="accent3" accent4="accent4" accent5="accent5" accent6="accent6" hlink="hlink" folHlink="folHlink"/>
  <p:sldLayoutIdLst>
    <p:sldLayoutId id="2147483721" r:id="rId1"/>
    <p:sldLayoutId id="2147483730" r:id="rId2"/>
    <p:sldLayoutId id="2147483731" r:id="rId3"/>
    <p:sldLayoutId id="2147483723" r:id="rId4"/>
    <p:sldLayoutId id="2147483722" r:id="rId5"/>
    <p:sldLayoutId id="2147483732" r:id="rId6"/>
    <p:sldLayoutId id="2147483736" r:id="rId7"/>
    <p:sldLayoutId id="2147483725" r:id="rId8"/>
    <p:sldLayoutId id="2147483733" r:id="rId9"/>
    <p:sldLayoutId id="2147483734" r:id="rId10"/>
    <p:sldLayoutId id="2147483735" r:id="rId11"/>
    <p:sldLayoutId id="2147483726" r:id="rId12"/>
    <p:sldLayoutId id="2147483727" r:id="rId13"/>
    <p:sldLayoutId id="2147483728" r:id="rId14"/>
    <p:sldLayoutId id="2147483729" r:id="rId1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621E545-66AC-4174-BDD8-5A2195CC5FC7}"/>
              </a:ext>
            </a:extLst>
          </p:cNvPr>
          <p:cNvSpPr/>
          <p:nvPr/>
        </p:nvSpPr>
        <p:spPr>
          <a:xfrm>
            <a:off x="4712042" y="1942530"/>
            <a:ext cx="2767913" cy="682333"/>
          </a:xfrm>
          <a:prstGeom prst="rect">
            <a:avLst/>
          </a:prstGeom>
          <a:solidFill>
            <a:schemeClr val="accent1"/>
          </a:solidFill>
          <a:ln>
            <a:solidFill>
              <a:schemeClr val="bg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accent1"/>
              </a:solidFill>
            </a:endParaRPr>
          </a:p>
        </p:txBody>
      </p:sp>
      <p:sp>
        <p:nvSpPr>
          <p:cNvPr id="9" name="Rectangle 8">
            <a:extLst>
              <a:ext uri="{FF2B5EF4-FFF2-40B4-BE49-F238E27FC236}">
                <a16:creationId xmlns:a16="http://schemas.microsoft.com/office/drawing/2014/main" id="{2720151F-A15F-4F46-BBAE-814F3AECF8F4}"/>
              </a:ext>
            </a:extLst>
          </p:cNvPr>
          <p:cNvSpPr/>
          <p:nvPr/>
        </p:nvSpPr>
        <p:spPr>
          <a:xfrm>
            <a:off x="5344296" y="671540"/>
            <a:ext cx="1540475" cy="444281"/>
          </a:xfrm>
          <a:prstGeom prst="rect">
            <a:avLst/>
          </a:prstGeom>
          <a:solidFill>
            <a:schemeClr val="accent1"/>
          </a:solidFill>
          <a:ln>
            <a:solidFill>
              <a:schemeClr val="bg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8F1C980-6D28-4148-A966-E71BF5628877}"/>
              </a:ext>
            </a:extLst>
          </p:cNvPr>
          <p:cNvSpPr/>
          <p:nvPr/>
        </p:nvSpPr>
        <p:spPr>
          <a:xfrm>
            <a:off x="642551" y="4390768"/>
            <a:ext cx="11310552" cy="187354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ln>
                <a:solidFill>
                  <a:srgbClr val="FFC000"/>
                </a:solidFill>
              </a:ln>
              <a:solidFill>
                <a:schemeClr val="bg1"/>
              </a:solidFill>
            </a:endParaRPr>
          </a:p>
        </p:txBody>
      </p:sp>
      <p:sp>
        <p:nvSpPr>
          <p:cNvPr id="2" name="TextBox 1">
            <a:extLst>
              <a:ext uri="{FF2B5EF4-FFF2-40B4-BE49-F238E27FC236}">
                <a16:creationId xmlns:a16="http://schemas.microsoft.com/office/drawing/2014/main" id="{B40ABAFC-7532-42D0-BF80-16D2C2B38BE2}"/>
              </a:ext>
            </a:extLst>
          </p:cNvPr>
          <p:cNvSpPr txBox="1"/>
          <p:nvPr/>
        </p:nvSpPr>
        <p:spPr>
          <a:xfrm>
            <a:off x="965886" y="684538"/>
            <a:ext cx="10297297" cy="1169551"/>
          </a:xfrm>
          <a:prstGeom prst="rect">
            <a:avLst/>
          </a:prstGeom>
          <a:noFill/>
        </p:spPr>
        <p:txBody>
          <a:bodyPr wrap="square" rtlCol="0">
            <a:spAutoFit/>
          </a:bodyPr>
          <a:lstStyle/>
          <a:p>
            <a:pPr algn="ctr"/>
            <a:r>
              <a:rPr lang="en-US" sz="2400" b="1" dirty="0">
                <a:solidFill>
                  <a:schemeClr val="bg1"/>
                </a:solidFill>
              </a:rPr>
              <a:t>TOPIC</a:t>
            </a:r>
          </a:p>
          <a:p>
            <a:pPr algn="ctr"/>
            <a:endParaRPr lang="en-US" b="1" dirty="0">
              <a:solidFill>
                <a:schemeClr val="tx1">
                  <a:lumMod val="75000"/>
                  <a:lumOff val="25000"/>
                </a:schemeClr>
              </a:solidFill>
              <a:latin typeface="Calibri" panose="020F0502020204030204" pitchFamily="34" charset="0"/>
              <a:cs typeface="Calibri" panose="020F0502020204030204" pitchFamily="34" charset="0"/>
            </a:endParaRPr>
          </a:p>
          <a:p>
            <a:pPr algn="ctr"/>
            <a:r>
              <a:rPr lang="en-US" sz="2800" b="1" dirty="0">
                <a:solidFill>
                  <a:schemeClr val="tx1">
                    <a:lumMod val="75000"/>
                    <a:lumOff val="25000"/>
                  </a:schemeClr>
                </a:solidFill>
                <a:latin typeface="Calibri" panose="020F0502020204030204" pitchFamily="34" charset="0"/>
                <a:cs typeface="Calibri" panose="020F0502020204030204" pitchFamily="34" charset="0"/>
              </a:rPr>
              <a:t>Impact of Denoising Retinal OCT Images in Classification</a:t>
            </a:r>
          </a:p>
        </p:txBody>
      </p:sp>
      <p:sp>
        <p:nvSpPr>
          <p:cNvPr id="3" name="TextBox 2">
            <a:extLst>
              <a:ext uri="{FF2B5EF4-FFF2-40B4-BE49-F238E27FC236}">
                <a16:creationId xmlns:a16="http://schemas.microsoft.com/office/drawing/2014/main" id="{A726810E-8AD7-4F32-9FFB-34575F118D5E}"/>
              </a:ext>
            </a:extLst>
          </p:cNvPr>
          <p:cNvSpPr txBox="1"/>
          <p:nvPr/>
        </p:nvSpPr>
        <p:spPr>
          <a:xfrm>
            <a:off x="3472247" y="1968986"/>
            <a:ext cx="5235026" cy="646331"/>
          </a:xfrm>
          <a:prstGeom prst="rect">
            <a:avLst/>
          </a:prstGeom>
          <a:noFill/>
        </p:spPr>
        <p:txBody>
          <a:bodyPr wrap="square" rtlCol="0">
            <a:spAutoFit/>
          </a:bodyPr>
          <a:lstStyle/>
          <a:p>
            <a:pPr algn="ctr"/>
            <a:r>
              <a:rPr lang="en-US" sz="2000" b="1" dirty="0">
                <a:solidFill>
                  <a:schemeClr val="bg1"/>
                </a:solidFill>
              </a:rPr>
              <a:t>PRESENTED BY</a:t>
            </a:r>
          </a:p>
          <a:p>
            <a:pPr algn="ctr"/>
            <a:r>
              <a:rPr lang="en-US" sz="1600" b="1" dirty="0">
                <a:solidFill>
                  <a:schemeClr val="bg1"/>
                </a:solidFill>
              </a:rPr>
              <a:t>(GROUP- 14) </a:t>
            </a:r>
          </a:p>
        </p:txBody>
      </p:sp>
      <p:sp>
        <p:nvSpPr>
          <p:cNvPr id="4" name="TextBox 3">
            <a:extLst>
              <a:ext uri="{FF2B5EF4-FFF2-40B4-BE49-F238E27FC236}">
                <a16:creationId xmlns:a16="http://schemas.microsoft.com/office/drawing/2014/main" id="{49CB5F32-027A-447F-A9C2-2378AF48BE80}"/>
              </a:ext>
            </a:extLst>
          </p:cNvPr>
          <p:cNvSpPr txBox="1"/>
          <p:nvPr/>
        </p:nvSpPr>
        <p:spPr>
          <a:xfrm>
            <a:off x="3583458" y="2813447"/>
            <a:ext cx="4625547" cy="1231106"/>
          </a:xfrm>
          <a:prstGeom prst="rect">
            <a:avLst/>
          </a:prstGeom>
          <a:noFill/>
        </p:spPr>
        <p:txBody>
          <a:bodyPr wrap="square" numCol="2" rtlCol="0">
            <a:spAutoFit/>
          </a:bodyPr>
          <a:lstStyle/>
          <a:p>
            <a:pPr algn="ctr"/>
            <a:r>
              <a:rPr lang="en-US" b="1" dirty="0"/>
              <a:t>Student ID</a:t>
            </a:r>
            <a:br>
              <a:rPr lang="en-US" dirty="0"/>
            </a:br>
            <a:r>
              <a:rPr lang="en-US" dirty="0">
                <a:latin typeface="Bahnschrift" panose="020B0502040204020203" pitchFamily="34" charset="0"/>
              </a:rPr>
              <a:t>1502216</a:t>
            </a:r>
          </a:p>
          <a:p>
            <a:pPr algn="ctr"/>
            <a:r>
              <a:rPr lang="en-US" dirty="0">
                <a:latin typeface="Bahnschrift" panose="020B0502040204020203" pitchFamily="34" charset="0"/>
              </a:rPr>
              <a:t>1602266</a:t>
            </a:r>
          </a:p>
          <a:p>
            <a:pPr algn="ctr"/>
            <a:r>
              <a:rPr lang="en-US" dirty="0">
                <a:latin typeface="Bahnschrift" panose="020B0502040204020203" pitchFamily="34" charset="0"/>
              </a:rPr>
              <a:t>1602273</a:t>
            </a:r>
          </a:p>
          <a:p>
            <a:pPr algn="ctr"/>
            <a:r>
              <a:rPr lang="en-US" sz="2000" b="1" dirty="0"/>
              <a:t>Name</a:t>
            </a:r>
          </a:p>
          <a:p>
            <a:pPr algn="ctr"/>
            <a:r>
              <a:rPr lang="en-US" dirty="0">
                <a:latin typeface="Bahnschrift" panose="020B0502040204020203" pitchFamily="34" charset="0"/>
              </a:rPr>
              <a:t>Md. </a:t>
            </a:r>
            <a:r>
              <a:rPr lang="en-US" dirty="0" err="1">
                <a:latin typeface="Bahnschrift" panose="020B0502040204020203" pitchFamily="34" charset="0"/>
              </a:rPr>
              <a:t>Habibur</a:t>
            </a:r>
            <a:r>
              <a:rPr lang="en-US" dirty="0">
                <a:latin typeface="Bahnschrift" panose="020B0502040204020203" pitchFamily="34" charset="0"/>
              </a:rPr>
              <a:t> Rahman</a:t>
            </a:r>
          </a:p>
          <a:p>
            <a:pPr algn="ctr"/>
            <a:r>
              <a:rPr lang="en-US" dirty="0">
                <a:latin typeface="Bahnschrift" panose="020B0502040204020203" pitchFamily="34" charset="0"/>
              </a:rPr>
              <a:t>Md. </a:t>
            </a:r>
            <a:r>
              <a:rPr lang="en-US" dirty="0" err="1">
                <a:latin typeface="Bahnschrift" panose="020B0502040204020203" pitchFamily="34" charset="0"/>
              </a:rPr>
              <a:t>Ahnaf</a:t>
            </a:r>
            <a:r>
              <a:rPr lang="en-US" dirty="0">
                <a:latin typeface="Bahnschrift" panose="020B0502040204020203" pitchFamily="34" charset="0"/>
              </a:rPr>
              <a:t> Hossain</a:t>
            </a:r>
          </a:p>
          <a:p>
            <a:pPr algn="ctr"/>
            <a:r>
              <a:rPr lang="en-US" dirty="0">
                <a:latin typeface="Bahnschrift" panose="020B0502040204020203" pitchFamily="34" charset="0"/>
              </a:rPr>
              <a:t>Md. Shikhar Ali</a:t>
            </a:r>
          </a:p>
        </p:txBody>
      </p:sp>
      <p:sp>
        <p:nvSpPr>
          <p:cNvPr id="7" name="TextBox 6">
            <a:extLst>
              <a:ext uri="{FF2B5EF4-FFF2-40B4-BE49-F238E27FC236}">
                <a16:creationId xmlns:a16="http://schemas.microsoft.com/office/drawing/2014/main" id="{C0E0D0BF-E094-41F0-9251-270978E19296}"/>
              </a:ext>
            </a:extLst>
          </p:cNvPr>
          <p:cNvSpPr txBox="1"/>
          <p:nvPr/>
        </p:nvSpPr>
        <p:spPr>
          <a:xfrm>
            <a:off x="922638" y="4479209"/>
            <a:ext cx="11030465" cy="1785104"/>
          </a:xfrm>
          <a:prstGeom prst="rect">
            <a:avLst/>
          </a:prstGeom>
          <a:noFill/>
        </p:spPr>
        <p:txBody>
          <a:bodyPr wrap="square" numCol="2" rtlCol="0">
            <a:spAutoFit/>
          </a:bodyPr>
          <a:lstStyle/>
          <a:p>
            <a:pPr algn="ctr"/>
            <a:r>
              <a:rPr lang="en-US" b="1" u="sng" dirty="0">
                <a:solidFill>
                  <a:schemeClr val="accent1"/>
                </a:solidFill>
              </a:rPr>
              <a:t>SUPERVISOR</a:t>
            </a:r>
          </a:p>
          <a:p>
            <a:pPr algn="ctr"/>
            <a:r>
              <a:rPr lang="en-US" b="1" dirty="0"/>
              <a:t>Md. Ferdous Wahid</a:t>
            </a:r>
          </a:p>
          <a:p>
            <a:pPr algn="ctr"/>
            <a:r>
              <a:rPr lang="en-US" sz="1400" dirty="0"/>
              <a:t>Assistant Professor </a:t>
            </a:r>
          </a:p>
          <a:p>
            <a:pPr algn="ctr"/>
            <a:r>
              <a:rPr lang="en-US" sz="1400" dirty="0"/>
              <a:t>Department of Electrical and Electronic Engineering </a:t>
            </a:r>
          </a:p>
          <a:p>
            <a:pPr algn="ctr"/>
            <a:r>
              <a:rPr lang="en-US" sz="1400" dirty="0" err="1"/>
              <a:t>Hajee</a:t>
            </a:r>
            <a:r>
              <a:rPr lang="en-US" sz="1400" dirty="0"/>
              <a:t> Mohammad </a:t>
            </a:r>
            <a:r>
              <a:rPr lang="en-US" sz="1400" dirty="0" err="1"/>
              <a:t>Danesh</a:t>
            </a:r>
            <a:r>
              <a:rPr lang="en-US" sz="1400" dirty="0"/>
              <a:t> Science and technology University,</a:t>
            </a:r>
          </a:p>
          <a:p>
            <a:pPr algn="ctr"/>
            <a:r>
              <a:rPr lang="en-US" sz="1400" dirty="0"/>
              <a:t>Dinajpur 5200</a:t>
            </a:r>
          </a:p>
          <a:p>
            <a:endParaRPr lang="en-US" dirty="0"/>
          </a:p>
          <a:p>
            <a:pPr algn="ctr"/>
            <a:r>
              <a:rPr lang="en-US" b="1" u="sng" dirty="0">
                <a:solidFill>
                  <a:schemeClr val="accent1"/>
                </a:solidFill>
              </a:rPr>
              <a:t>CO-SUPERVISOR</a:t>
            </a:r>
          </a:p>
          <a:p>
            <a:pPr algn="ctr"/>
            <a:r>
              <a:rPr lang="en-US" b="1" dirty="0"/>
              <a:t>Md. </a:t>
            </a:r>
            <a:r>
              <a:rPr lang="en-US" b="1" dirty="0" err="1"/>
              <a:t>Safiqul</a:t>
            </a:r>
            <a:r>
              <a:rPr lang="en-US" b="1" dirty="0"/>
              <a:t> Islam </a:t>
            </a:r>
          </a:p>
          <a:p>
            <a:pPr algn="ctr"/>
            <a:r>
              <a:rPr lang="en-US" sz="1400" dirty="0"/>
              <a:t>Assistant Professor </a:t>
            </a:r>
          </a:p>
          <a:p>
            <a:pPr algn="ctr"/>
            <a:r>
              <a:rPr lang="en-US" sz="1400" dirty="0"/>
              <a:t>Department of Electrical and Electronic Engineering </a:t>
            </a:r>
          </a:p>
          <a:p>
            <a:pPr algn="ctr"/>
            <a:r>
              <a:rPr lang="en-US" sz="1400" dirty="0" err="1"/>
              <a:t>Hajee</a:t>
            </a:r>
            <a:r>
              <a:rPr lang="en-US" sz="1400" dirty="0"/>
              <a:t> Mohammad </a:t>
            </a:r>
            <a:r>
              <a:rPr lang="en-US" sz="1400" dirty="0" err="1"/>
              <a:t>Danesh</a:t>
            </a:r>
            <a:r>
              <a:rPr lang="en-US" sz="1400" dirty="0"/>
              <a:t> Science and technology University, Dinajpur- 5200</a:t>
            </a:r>
          </a:p>
        </p:txBody>
      </p:sp>
    </p:spTree>
    <p:extLst>
      <p:ext uri="{BB962C8B-B14F-4D97-AF65-F5344CB8AC3E}">
        <p14:creationId xmlns:p14="http://schemas.microsoft.com/office/powerpoint/2010/main" val="2551526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376BF-FF18-46C0-A08C-91730F243BF6}"/>
              </a:ext>
            </a:extLst>
          </p:cNvPr>
          <p:cNvSpPr>
            <a:spLocks noGrp="1"/>
          </p:cNvSpPr>
          <p:nvPr>
            <p:ph type="title"/>
          </p:nvPr>
        </p:nvSpPr>
        <p:spPr>
          <a:xfrm>
            <a:off x="990600" y="685800"/>
            <a:ext cx="9245600" cy="812800"/>
          </a:xfrm>
        </p:spPr>
        <p:txBody>
          <a:bodyPr/>
          <a:lstStyle/>
          <a:p>
            <a:r>
              <a:rPr lang="en-US" b="1" dirty="0"/>
              <a:t>Introduction</a:t>
            </a:r>
          </a:p>
        </p:txBody>
      </p:sp>
      <p:sp>
        <p:nvSpPr>
          <p:cNvPr id="11" name="TextBox 10">
            <a:extLst>
              <a:ext uri="{FF2B5EF4-FFF2-40B4-BE49-F238E27FC236}">
                <a16:creationId xmlns:a16="http://schemas.microsoft.com/office/drawing/2014/main" id="{0260A766-FCCF-4384-8487-460FF753875A}"/>
              </a:ext>
            </a:extLst>
          </p:cNvPr>
          <p:cNvSpPr txBox="1"/>
          <p:nvPr/>
        </p:nvSpPr>
        <p:spPr>
          <a:xfrm>
            <a:off x="402625" y="3921584"/>
            <a:ext cx="11386750" cy="2800767"/>
          </a:xfrm>
          <a:prstGeom prst="rect">
            <a:avLst/>
          </a:prstGeom>
          <a:noFill/>
        </p:spPr>
        <p:txBody>
          <a:bodyPr wrap="square" rtlCol="0">
            <a:spAutoFit/>
          </a:bodyPr>
          <a:lstStyle/>
          <a:p>
            <a:pPr algn="just"/>
            <a:endParaRPr lang="en-US" sz="1600" dirty="0"/>
          </a:p>
          <a:p>
            <a:r>
              <a:rPr lang="en-US" sz="1600" dirty="0"/>
              <a:t>In this paper the main motive is to coming up with the impact of denoising Optical Coherence Tomography (OCT) Retinal images via showing accuracy rate difference between classification with noisy images and denoised images. Retinal OCT images are always noisy. Even in better cases, it’s hard to find a single image without any noise. Image classification is used for classify among different types of that same category. Block Matching 3D (BM3D) is the denoising algorithm which will be used for preparing denoised dataset with the help of </a:t>
            </a:r>
            <a:r>
              <a:rPr lang="en-US" sz="1600" dirty="0" err="1"/>
              <a:t>Sk</a:t>
            </a:r>
            <a:r>
              <a:rPr lang="en-US" sz="1600" dirty="0"/>
              <a:t>-image (scikit-image) and OpenCV. For classification, Convolutional Neural Networks (CNN), specifically Inception V3 network is used on the both data sets (Noisy Images Data set and Denoised Image Data set) with Python and the </a:t>
            </a:r>
            <a:r>
              <a:rPr lang="en-US" sz="1600" dirty="0" err="1"/>
              <a:t>Keras</a:t>
            </a:r>
            <a:r>
              <a:rPr lang="en-US" sz="1600" dirty="0"/>
              <a:t> deep learning library. In data sets, they are prepared with Drusen and Normal Images. Applying classification models over those data sets, a clear concept will come out as the impact of denoising retinal OCT images in classification.</a:t>
            </a:r>
          </a:p>
          <a:p>
            <a:endParaRPr lang="en-US" sz="1600" dirty="0"/>
          </a:p>
        </p:txBody>
      </p:sp>
      <p:pic>
        <p:nvPicPr>
          <p:cNvPr id="4" name="Picture 3">
            <a:extLst>
              <a:ext uri="{FF2B5EF4-FFF2-40B4-BE49-F238E27FC236}">
                <a16:creationId xmlns:a16="http://schemas.microsoft.com/office/drawing/2014/main" id="{3C9819BC-F19A-4C20-BDE9-78BC289AE0EB}"/>
              </a:ext>
            </a:extLst>
          </p:cNvPr>
          <p:cNvPicPr>
            <a:picLocks noChangeAspect="1"/>
          </p:cNvPicPr>
          <p:nvPr/>
        </p:nvPicPr>
        <p:blipFill>
          <a:blip r:embed="rId2"/>
          <a:stretch>
            <a:fillRect/>
          </a:stretch>
        </p:blipFill>
        <p:spPr>
          <a:xfrm>
            <a:off x="1851025" y="1961873"/>
            <a:ext cx="7524750" cy="2019300"/>
          </a:xfrm>
          <a:prstGeom prst="rect">
            <a:avLst/>
          </a:prstGeom>
        </p:spPr>
      </p:pic>
    </p:spTree>
    <p:extLst>
      <p:ext uri="{BB962C8B-B14F-4D97-AF65-F5344CB8AC3E}">
        <p14:creationId xmlns:p14="http://schemas.microsoft.com/office/powerpoint/2010/main" val="2750236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6102D-7751-4CAD-99E4-9ECD68E80A8C}"/>
              </a:ext>
            </a:extLst>
          </p:cNvPr>
          <p:cNvSpPr>
            <a:spLocks noGrp="1"/>
          </p:cNvSpPr>
          <p:nvPr>
            <p:ph type="title"/>
          </p:nvPr>
        </p:nvSpPr>
        <p:spPr/>
        <p:txBody>
          <a:bodyPr/>
          <a:lstStyle/>
          <a:p>
            <a:r>
              <a:rPr lang="en-US" b="1" dirty="0"/>
              <a:t>Literature Review</a:t>
            </a:r>
          </a:p>
        </p:txBody>
      </p:sp>
      <p:sp>
        <p:nvSpPr>
          <p:cNvPr id="12" name="TextBox 11">
            <a:extLst>
              <a:ext uri="{FF2B5EF4-FFF2-40B4-BE49-F238E27FC236}">
                <a16:creationId xmlns:a16="http://schemas.microsoft.com/office/drawing/2014/main" id="{014EA00C-6187-4147-9102-584AC0007F83}"/>
              </a:ext>
            </a:extLst>
          </p:cNvPr>
          <p:cNvSpPr txBox="1"/>
          <p:nvPr/>
        </p:nvSpPr>
        <p:spPr>
          <a:xfrm>
            <a:off x="492195" y="2616032"/>
            <a:ext cx="10933611" cy="3293209"/>
          </a:xfrm>
          <a:prstGeom prst="rect">
            <a:avLst/>
          </a:prstGeom>
          <a:noFill/>
        </p:spPr>
        <p:txBody>
          <a:bodyPr wrap="square" rtlCol="0">
            <a:spAutoFit/>
          </a:bodyPr>
          <a:lstStyle/>
          <a:p>
            <a:r>
              <a:rPr lang="en-US" sz="1600" dirty="0"/>
              <a:t>Recent research has focused on automatically classifying OCT images by extracting image attributes and using classification or segmentation algorithms. To reduce image noise and size, Discrete Wavelength Transformation (DWT) is applied.  Three classifiers are used: Probabilistic Neural Network (PNN), Bayes Classifier and Support Vector Classifier (SVM). For the SVM classifier, the best scores for specificity, sensitivity, and accuracy are 96, 98, and 97.6, respectively. 28.6% of the data set is used as the training set, and the remaining 72.4% is used for training. Training with more data can improve performance.  The SVM classifier is used to assess the severity of the disease, regardless of whether the patient's eye exposure is moderate or severe. Ahmed El </a:t>
            </a:r>
            <a:r>
              <a:rPr lang="en-US" sz="1600" dirty="0" err="1"/>
              <a:t>Tanboli</a:t>
            </a:r>
            <a:r>
              <a:rPr lang="en-US" sz="1600" dirty="0"/>
              <a:t> et al. developed a DR detection system that uses three-stage OCT images and uses various segmentation and classification techniques. They extracted three main features from the segmented OCT image to quantify the following: "reflectivity", "curvature" and "thickness" of the retinal layer. The feature of the segmented layer  is a function that describes the random distribution of the extracted features, which is called the cumulative probability distribution function (CDF). The classifier used is trained to select the characteristics of the retinal layer and use its CDF to identify DR. The sensitivity, accuracy and specificity of the system are 83%, 92% and 100%, respectively.</a:t>
            </a:r>
          </a:p>
        </p:txBody>
      </p:sp>
    </p:spTree>
    <p:extLst>
      <p:ext uri="{BB962C8B-B14F-4D97-AF65-F5344CB8AC3E}">
        <p14:creationId xmlns:p14="http://schemas.microsoft.com/office/powerpoint/2010/main" val="1898340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6102D-7751-4CAD-99E4-9ECD68E80A8C}"/>
              </a:ext>
            </a:extLst>
          </p:cNvPr>
          <p:cNvSpPr>
            <a:spLocks noGrp="1"/>
          </p:cNvSpPr>
          <p:nvPr>
            <p:ph type="title"/>
          </p:nvPr>
        </p:nvSpPr>
        <p:spPr/>
        <p:txBody>
          <a:bodyPr/>
          <a:lstStyle/>
          <a:p>
            <a:r>
              <a:rPr lang="en-US" b="1" dirty="0"/>
              <a:t>Dataset Preparation</a:t>
            </a:r>
          </a:p>
        </p:txBody>
      </p:sp>
      <p:sp>
        <p:nvSpPr>
          <p:cNvPr id="12" name="TextBox 11">
            <a:extLst>
              <a:ext uri="{FF2B5EF4-FFF2-40B4-BE49-F238E27FC236}">
                <a16:creationId xmlns:a16="http://schemas.microsoft.com/office/drawing/2014/main" id="{014EA00C-6187-4147-9102-584AC0007F83}"/>
              </a:ext>
            </a:extLst>
          </p:cNvPr>
          <p:cNvSpPr txBox="1"/>
          <p:nvPr/>
        </p:nvSpPr>
        <p:spPr>
          <a:xfrm>
            <a:off x="452733" y="2149641"/>
            <a:ext cx="6782256" cy="4478149"/>
          </a:xfrm>
          <a:prstGeom prst="rect">
            <a:avLst/>
          </a:prstGeom>
          <a:noFill/>
        </p:spPr>
        <p:txBody>
          <a:bodyPr wrap="square" rtlCol="0">
            <a:spAutoFit/>
          </a:bodyPr>
          <a:lstStyle/>
          <a:p>
            <a:r>
              <a:rPr lang="en-US" sz="1500" dirty="0"/>
              <a:t>For determining the impact of denoising OCT images in classification we need to prepare two different datasets. One is with noisy images and the other one is with denoised images. They will be prepared based on two categories of images. They are – Drusen and Normal Category. </a:t>
            </a:r>
          </a:p>
          <a:p>
            <a:endParaRPr lang="en-US" sz="1500" b="1" dirty="0"/>
          </a:p>
          <a:p>
            <a:r>
              <a:rPr lang="en-US" sz="1500" b="1" dirty="0"/>
              <a:t>Noisy Image Dataset: </a:t>
            </a:r>
            <a:r>
              <a:rPr lang="en-US" sz="1500" dirty="0"/>
              <a:t>A noisy image dataset is prepared with 2100 images of Drusen and Normal Category. They images were collected from </a:t>
            </a:r>
            <a:r>
              <a:rPr lang="en-US" sz="1500" b="1" dirty="0"/>
              <a:t>Kaggle</a:t>
            </a:r>
            <a:r>
              <a:rPr lang="en-US" sz="1500" dirty="0"/>
              <a:t>. After downloading the dataset from Kaggle, we prepared a new data set from those images. We didn’t take those images randomly. The quality, shape and size were considered as the basic requirements for selected those images. </a:t>
            </a:r>
          </a:p>
          <a:p>
            <a:endParaRPr lang="en-US" sz="1500" dirty="0"/>
          </a:p>
          <a:p>
            <a:r>
              <a:rPr lang="en-US" sz="1500" b="1" dirty="0"/>
              <a:t>Denoised Image Dataset: </a:t>
            </a:r>
            <a:r>
              <a:rPr lang="en-US" sz="1500" dirty="0"/>
              <a:t>This dataset is prepared with the same images which were used for the noisy image dataset. For denoising the images there are several denoising algorithms. Like- Gaussian Filter, Non-Local Means filter, Anisotropic Diffusion Filter etc. But we’ve chosen </a:t>
            </a:r>
            <a:r>
              <a:rPr lang="en-US" sz="1500" b="1" dirty="0"/>
              <a:t>Block Matching 3D </a:t>
            </a:r>
            <a:r>
              <a:rPr lang="en-US" sz="1500" dirty="0"/>
              <a:t>AKA, BM3D filter for denoising the noisy images. Among the other denoising algorithms, BM3D shows the most details than the others that’s why we choose that. </a:t>
            </a:r>
          </a:p>
        </p:txBody>
      </p:sp>
      <p:pic>
        <p:nvPicPr>
          <p:cNvPr id="4" name="Picture 3">
            <a:extLst>
              <a:ext uri="{FF2B5EF4-FFF2-40B4-BE49-F238E27FC236}">
                <a16:creationId xmlns:a16="http://schemas.microsoft.com/office/drawing/2014/main" id="{3FE8791A-DD13-4EAC-A5C8-682ADAAD07F1}"/>
              </a:ext>
            </a:extLst>
          </p:cNvPr>
          <p:cNvPicPr>
            <a:picLocks noChangeAspect="1"/>
          </p:cNvPicPr>
          <p:nvPr/>
        </p:nvPicPr>
        <p:blipFill>
          <a:blip r:embed="rId2"/>
          <a:stretch>
            <a:fillRect/>
          </a:stretch>
        </p:blipFill>
        <p:spPr>
          <a:xfrm>
            <a:off x="7144097" y="2149642"/>
            <a:ext cx="4821285" cy="4640977"/>
          </a:xfrm>
          <a:prstGeom prst="rect">
            <a:avLst/>
          </a:prstGeom>
        </p:spPr>
      </p:pic>
    </p:spTree>
    <p:extLst>
      <p:ext uri="{BB962C8B-B14F-4D97-AF65-F5344CB8AC3E}">
        <p14:creationId xmlns:p14="http://schemas.microsoft.com/office/powerpoint/2010/main" val="988478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376BF-FF18-46C0-A08C-91730F243BF6}"/>
              </a:ext>
            </a:extLst>
          </p:cNvPr>
          <p:cNvSpPr>
            <a:spLocks noGrp="1"/>
          </p:cNvSpPr>
          <p:nvPr>
            <p:ph type="title"/>
          </p:nvPr>
        </p:nvSpPr>
        <p:spPr/>
        <p:txBody>
          <a:bodyPr/>
          <a:lstStyle/>
          <a:p>
            <a:r>
              <a:rPr lang="en-US" b="1" dirty="0"/>
              <a:t>Methodology</a:t>
            </a:r>
          </a:p>
        </p:txBody>
      </p:sp>
      <p:sp>
        <p:nvSpPr>
          <p:cNvPr id="3" name="TextBox 2">
            <a:extLst>
              <a:ext uri="{FF2B5EF4-FFF2-40B4-BE49-F238E27FC236}">
                <a16:creationId xmlns:a16="http://schemas.microsoft.com/office/drawing/2014/main" id="{5B17C2BF-506E-4F0A-AE51-310A59A71893}"/>
              </a:ext>
            </a:extLst>
          </p:cNvPr>
          <p:cNvSpPr txBox="1"/>
          <p:nvPr/>
        </p:nvSpPr>
        <p:spPr>
          <a:xfrm>
            <a:off x="560832" y="2149019"/>
            <a:ext cx="11277600" cy="3970318"/>
          </a:xfrm>
          <a:prstGeom prst="rect">
            <a:avLst/>
          </a:prstGeom>
          <a:noFill/>
        </p:spPr>
        <p:txBody>
          <a:bodyPr wrap="square" rtlCol="0">
            <a:spAutoFit/>
          </a:bodyPr>
          <a:lstStyle/>
          <a:p>
            <a:r>
              <a:rPr lang="en-US" sz="2400" b="1" dirty="0">
                <a:solidFill>
                  <a:schemeClr val="accent1"/>
                </a:solidFill>
              </a:rPr>
              <a:t>Noises in OCT Images: </a:t>
            </a:r>
            <a:br>
              <a:rPr lang="en-US" sz="2400" b="1" dirty="0"/>
            </a:br>
            <a:endParaRPr lang="en-US" sz="2000" b="1" dirty="0"/>
          </a:p>
          <a:p>
            <a:r>
              <a:rPr lang="en-US" sz="1600" b="1" dirty="0"/>
              <a:t>Amplifier noise (Gaussian noise): </a:t>
            </a:r>
            <a:r>
              <a:rPr lang="en-US" sz="1600" dirty="0"/>
              <a:t>The standard model of amplifier noise is additive, Gaussian, independent at each pixel and independent of the signal intensity.</a:t>
            </a:r>
            <a:br>
              <a:rPr lang="en-US" sz="1600" dirty="0"/>
            </a:br>
            <a:endParaRPr lang="en-US" sz="1600" dirty="0"/>
          </a:p>
          <a:p>
            <a:r>
              <a:rPr lang="en-US" sz="1600" b="1" dirty="0"/>
              <a:t>Salt-and-pepper noise: </a:t>
            </a:r>
            <a:r>
              <a:rPr lang="en-US" sz="1600" dirty="0"/>
              <a:t>An image containing salt-and-pepper noise will have dark pixels in bright regions and bright pixels in dark regions.</a:t>
            </a:r>
            <a:br>
              <a:rPr lang="en-US" sz="1600" dirty="0"/>
            </a:br>
            <a:endParaRPr lang="en-US" sz="1600" dirty="0"/>
          </a:p>
          <a:p>
            <a:r>
              <a:rPr lang="en-US" sz="1600" b="1" dirty="0"/>
              <a:t>Poisson noise: </a:t>
            </a:r>
            <a:r>
              <a:rPr lang="en-US" sz="1600" dirty="0"/>
              <a:t>Poisson noise or shot noise is a type of electronic noise that occurs when the finite number of particles that carry energy, such as electrons in an electronic circuit or photons in an optical device, is small enough to give rise to detectable statistical fluctuations in a measurement.</a:t>
            </a:r>
            <a:br>
              <a:rPr lang="en-US" sz="1600" dirty="0"/>
            </a:br>
            <a:endParaRPr lang="en-US" sz="1600" dirty="0"/>
          </a:p>
          <a:p>
            <a:r>
              <a:rPr lang="en-US" sz="1600" b="1" dirty="0"/>
              <a:t>Speckle noise: </a:t>
            </a:r>
            <a:r>
              <a:rPr lang="en-US" sz="1600" dirty="0"/>
              <a:t>Speckle noise is a granular noise that inherently exists in and degrades the quality of the active radar and synthetic aperture radar (SAR) images. Speckle noise in conventional radar results from random fluctuations in the return signal from an object that is no bigger than a single image-processing element.</a:t>
            </a:r>
          </a:p>
        </p:txBody>
      </p:sp>
    </p:spTree>
    <p:extLst>
      <p:ext uri="{BB962C8B-B14F-4D97-AF65-F5344CB8AC3E}">
        <p14:creationId xmlns:p14="http://schemas.microsoft.com/office/powerpoint/2010/main" val="1104254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DE2BBF-4040-443D-8CB9-0372C6EC32C3}"/>
              </a:ext>
            </a:extLst>
          </p:cNvPr>
          <p:cNvSpPr txBox="1"/>
          <p:nvPr/>
        </p:nvSpPr>
        <p:spPr>
          <a:xfrm>
            <a:off x="518158" y="264540"/>
            <a:ext cx="10894423" cy="5693866"/>
          </a:xfrm>
          <a:prstGeom prst="rect">
            <a:avLst/>
          </a:prstGeom>
          <a:noFill/>
        </p:spPr>
        <p:txBody>
          <a:bodyPr wrap="square" rtlCol="0">
            <a:spAutoFit/>
          </a:bodyPr>
          <a:lstStyle/>
          <a:p>
            <a:r>
              <a:rPr lang="en-US" sz="2400" b="1" dirty="0">
                <a:solidFill>
                  <a:schemeClr val="accent1"/>
                </a:solidFill>
              </a:rPr>
              <a:t>Image Denoising with Block Matching 3D</a:t>
            </a:r>
          </a:p>
          <a:p>
            <a:endParaRPr lang="en-US" b="1" dirty="0"/>
          </a:p>
          <a:p>
            <a:endParaRPr lang="en-US" b="1" dirty="0">
              <a:solidFill>
                <a:schemeClr val="accent1"/>
              </a:solidFill>
            </a:endParaRPr>
          </a:p>
          <a:p>
            <a:endParaRPr lang="en-US" b="1" dirty="0">
              <a:solidFill>
                <a:schemeClr val="accent1"/>
              </a:solidFill>
            </a:endParaRPr>
          </a:p>
          <a:p>
            <a:endParaRPr lang="en-US" b="1" dirty="0">
              <a:solidFill>
                <a:schemeClr val="accent1"/>
              </a:solidFill>
            </a:endParaRPr>
          </a:p>
          <a:p>
            <a:endParaRPr lang="en-US" b="1" dirty="0">
              <a:solidFill>
                <a:schemeClr val="accent1"/>
              </a:solidFill>
            </a:endParaRPr>
          </a:p>
          <a:p>
            <a:endParaRPr lang="en-US" b="1" dirty="0">
              <a:solidFill>
                <a:schemeClr val="accent1"/>
              </a:solidFill>
            </a:endParaRPr>
          </a:p>
          <a:p>
            <a:endParaRPr lang="en-US" b="1" dirty="0">
              <a:solidFill>
                <a:schemeClr val="accent1"/>
              </a:solidFill>
            </a:endParaRPr>
          </a:p>
          <a:p>
            <a:endParaRPr lang="en-US" b="1" dirty="0">
              <a:solidFill>
                <a:schemeClr val="accent1"/>
              </a:solidFill>
            </a:endParaRPr>
          </a:p>
          <a:p>
            <a:endParaRPr lang="en-US" b="1" dirty="0">
              <a:solidFill>
                <a:schemeClr val="accent1"/>
              </a:solidFill>
            </a:endParaRPr>
          </a:p>
          <a:p>
            <a:endParaRPr lang="en-US" b="1" dirty="0">
              <a:solidFill>
                <a:schemeClr val="accent1"/>
              </a:solidFill>
            </a:endParaRPr>
          </a:p>
          <a:p>
            <a:r>
              <a:rPr lang="en-US" sz="1600" b="1" dirty="0"/>
              <a:t>Arguments:</a:t>
            </a:r>
          </a:p>
          <a:p>
            <a:r>
              <a:rPr lang="en-US" sz="1600" dirty="0"/>
              <a:t>• include top: Boolean, whether to include the fully-connected layer at the top, as the last layer of the network. Default to True.</a:t>
            </a:r>
          </a:p>
          <a:p>
            <a:r>
              <a:rPr lang="en-US" sz="1600" dirty="0"/>
              <a:t>• weights: One of None (random initialization), ImageNet (pre-training on ImageNet), or the path to the weights file to be loaded</a:t>
            </a:r>
            <a:r>
              <a:rPr lang="en-US" sz="1200" dirty="0"/>
              <a:t>. </a:t>
            </a:r>
            <a:r>
              <a:rPr lang="en-US" sz="1600" dirty="0"/>
              <a:t>Default to ImageNet.</a:t>
            </a:r>
          </a:p>
          <a:p>
            <a:r>
              <a:rPr lang="en-US" sz="1600" dirty="0"/>
              <a:t>Input tensor: Optional </a:t>
            </a:r>
            <a:r>
              <a:rPr lang="en-US" sz="1600" dirty="0" err="1"/>
              <a:t>Keras</a:t>
            </a:r>
            <a:r>
              <a:rPr lang="en-US" sz="1600" dirty="0"/>
              <a:t> tensor to use as image input.</a:t>
            </a:r>
          </a:p>
          <a:p>
            <a:r>
              <a:rPr lang="en-US" sz="1600" dirty="0"/>
              <a:t>Input shape: Optional shape tuple, only be specified if include top is false.</a:t>
            </a:r>
          </a:p>
          <a:p>
            <a:r>
              <a:rPr lang="en-US" sz="1600" dirty="0"/>
              <a:t>Pooling: Optional pooling mode for feature extraction when include top is false</a:t>
            </a:r>
          </a:p>
          <a:p>
            <a:r>
              <a:rPr lang="en-US" sz="1600" dirty="0"/>
              <a:t>Classes: optional number of classes to classify images into, only to be specified if include top is True, and if no weights argument is specified. Default to 1000. </a:t>
            </a:r>
          </a:p>
        </p:txBody>
      </p:sp>
      <p:pic>
        <p:nvPicPr>
          <p:cNvPr id="4" name="Picture 3">
            <a:extLst>
              <a:ext uri="{FF2B5EF4-FFF2-40B4-BE49-F238E27FC236}">
                <a16:creationId xmlns:a16="http://schemas.microsoft.com/office/drawing/2014/main" id="{079080ED-6989-4426-B8EB-2E079D86ED3B}"/>
              </a:ext>
            </a:extLst>
          </p:cNvPr>
          <p:cNvPicPr>
            <a:picLocks noChangeAspect="1"/>
          </p:cNvPicPr>
          <p:nvPr/>
        </p:nvPicPr>
        <p:blipFill>
          <a:blip r:embed="rId2"/>
          <a:stretch>
            <a:fillRect/>
          </a:stretch>
        </p:blipFill>
        <p:spPr>
          <a:xfrm>
            <a:off x="2137163" y="749400"/>
            <a:ext cx="7192379" cy="2781688"/>
          </a:xfrm>
          <a:prstGeom prst="rect">
            <a:avLst/>
          </a:prstGeom>
        </p:spPr>
      </p:pic>
    </p:spTree>
    <p:extLst>
      <p:ext uri="{BB962C8B-B14F-4D97-AF65-F5344CB8AC3E}">
        <p14:creationId xmlns:p14="http://schemas.microsoft.com/office/powerpoint/2010/main" val="284835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431F647-84CF-4011-B485-30AFC1D0D1D9}"/>
              </a:ext>
            </a:extLst>
          </p:cNvPr>
          <p:cNvSpPr txBox="1"/>
          <p:nvPr/>
        </p:nvSpPr>
        <p:spPr>
          <a:xfrm>
            <a:off x="1141584" y="462989"/>
            <a:ext cx="10183557" cy="2554545"/>
          </a:xfrm>
          <a:prstGeom prst="rect">
            <a:avLst/>
          </a:prstGeom>
          <a:noFill/>
        </p:spPr>
        <p:txBody>
          <a:bodyPr wrap="square" rtlCol="0">
            <a:spAutoFit/>
          </a:bodyPr>
          <a:lstStyle/>
          <a:p>
            <a:r>
              <a:rPr lang="en-US" sz="2400" b="1" dirty="0">
                <a:solidFill>
                  <a:srgbClr val="FFC000"/>
                </a:solidFill>
              </a:rPr>
              <a:t>Classification with Inception V3 Convolutional Network:</a:t>
            </a:r>
          </a:p>
          <a:p>
            <a:endParaRPr lang="en-US" sz="2400" b="1" dirty="0">
              <a:solidFill>
                <a:srgbClr val="FFC000"/>
              </a:solidFill>
            </a:endParaRPr>
          </a:p>
          <a:p>
            <a:r>
              <a:rPr lang="en-US" sz="1600" dirty="0"/>
              <a:t>Inception v3 is a widely-used image recognition model that has been shown to attain greater than 78.1% accuracy on the ImageNet dataset. The model is the culmination of many ideas developed by multiple researchers over the years. It is based on the original paper: "Rethinking the Inception Architecture for Computer Vision" by </a:t>
            </a:r>
            <a:r>
              <a:rPr lang="en-US" sz="1600" dirty="0" err="1"/>
              <a:t>Szegedy</a:t>
            </a:r>
            <a:r>
              <a:rPr lang="en-US" sz="1600" dirty="0"/>
              <a:t>, et. al. The model itself is made up of symmetric and asymmetric building blocks, including convolutions, average pooling, max pooling, </a:t>
            </a:r>
            <a:r>
              <a:rPr lang="en-US" sz="1600" dirty="0" err="1"/>
              <a:t>concats</a:t>
            </a:r>
            <a:r>
              <a:rPr lang="en-US" sz="1600" dirty="0"/>
              <a:t>, dropouts, and fully connected layers. </a:t>
            </a:r>
            <a:r>
              <a:rPr lang="en-US" sz="1600" dirty="0" err="1"/>
              <a:t>Batchnorm</a:t>
            </a:r>
            <a:r>
              <a:rPr lang="en-US" sz="1600" dirty="0"/>
              <a:t> is used extensively throughout the model and applied to activation inputs. Loss is computed via </a:t>
            </a:r>
            <a:r>
              <a:rPr lang="en-US" sz="1600" dirty="0" err="1"/>
              <a:t>Softmax</a:t>
            </a:r>
            <a:r>
              <a:rPr lang="en-US" sz="1600" dirty="0"/>
              <a:t>. A high-level diagram of the model is shown below:</a:t>
            </a:r>
          </a:p>
        </p:txBody>
      </p:sp>
      <p:pic>
        <p:nvPicPr>
          <p:cNvPr id="9" name="Picture 8">
            <a:extLst>
              <a:ext uri="{FF2B5EF4-FFF2-40B4-BE49-F238E27FC236}">
                <a16:creationId xmlns:a16="http://schemas.microsoft.com/office/drawing/2014/main" id="{6DD6A3A5-B692-4958-851E-B56AAC0EA9E7}"/>
              </a:ext>
            </a:extLst>
          </p:cNvPr>
          <p:cNvPicPr>
            <a:picLocks noChangeAspect="1"/>
          </p:cNvPicPr>
          <p:nvPr/>
        </p:nvPicPr>
        <p:blipFill>
          <a:blip r:embed="rId2"/>
          <a:stretch>
            <a:fillRect/>
          </a:stretch>
        </p:blipFill>
        <p:spPr>
          <a:xfrm>
            <a:off x="1237249" y="3017534"/>
            <a:ext cx="9992228" cy="3886976"/>
          </a:xfrm>
          <a:prstGeom prst="rect">
            <a:avLst/>
          </a:prstGeom>
        </p:spPr>
      </p:pic>
    </p:spTree>
    <p:extLst>
      <p:ext uri="{BB962C8B-B14F-4D97-AF65-F5344CB8AC3E}">
        <p14:creationId xmlns:p14="http://schemas.microsoft.com/office/powerpoint/2010/main" val="3453945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D8B2E0-389D-4ECA-8BC1-8EF18243F315}"/>
              </a:ext>
            </a:extLst>
          </p:cNvPr>
          <p:cNvPicPr>
            <a:picLocks noChangeAspect="1"/>
          </p:cNvPicPr>
          <p:nvPr/>
        </p:nvPicPr>
        <p:blipFill>
          <a:blip r:embed="rId2"/>
          <a:stretch>
            <a:fillRect/>
          </a:stretch>
        </p:blipFill>
        <p:spPr>
          <a:xfrm>
            <a:off x="1857865" y="3858742"/>
            <a:ext cx="3136174" cy="2749379"/>
          </a:xfrm>
          <a:prstGeom prst="rect">
            <a:avLst/>
          </a:prstGeom>
        </p:spPr>
      </p:pic>
      <p:sp>
        <p:nvSpPr>
          <p:cNvPr id="2" name="Title 1">
            <a:extLst>
              <a:ext uri="{FF2B5EF4-FFF2-40B4-BE49-F238E27FC236}">
                <a16:creationId xmlns:a16="http://schemas.microsoft.com/office/drawing/2014/main" id="{20E376BF-FF18-46C0-A08C-91730F243BF6}"/>
              </a:ext>
            </a:extLst>
          </p:cNvPr>
          <p:cNvSpPr>
            <a:spLocks noGrp="1"/>
          </p:cNvSpPr>
          <p:nvPr>
            <p:ph type="title"/>
          </p:nvPr>
        </p:nvSpPr>
        <p:spPr/>
        <p:txBody>
          <a:bodyPr/>
          <a:lstStyle/>
          <a:p>
            <a:r>
              <a:rPr lang="en-US" b="1" dirty="0"/>
              <a:t>Experimental Setup</a:t>
            </a:r>
          </a:p>
        </p:txBody>
      </p:sp>
      <p:sp>
        <p:nvSpPr>
          <p:cNvPr id="3" name="TextBox 2">
            <a:extLst>
              <a:ext uri="{FF2B5EF4-FFF2-40B4-BE49-F238E27FC236}">
                <a16:creationId xmlns:a16="http://schemas.microsoft.com/office/drawing/2014/main" id="{A81C58CC-48CA-4AE7-AB52-21D276307436}"/>
              </a:ext>
            </a:extLst>
          </p:cNvPr>
          <p:cNvSpPr txBox="1"/>
          <p:nvPr/>
        </p:nvSpPr>
        <p:spPr>
          <a:xfrm>
            <a:off x="652272" y="2225262"/>
            <a:ext cx="5226014" cy="1661993"/>
          </a:xfrm>
          <a:prstGeom prst="rect">
            <a:avLst/>
          </a:prstGeom>
          <a:noFill/>
        </p:spPr>
        <p:txBody>
          <a:bodyPr wrap="square" rtlCol="0">
            <a:spAutoFit/>
          </a:bodyPr>
          <a:lstStyle/>
          <a:p>
            <a:r>
              <a:rPr lang="en-US" sz="2400" b="1" dirty="0">
                <a:solidFill>
                  <a:schemeClr val="accent1"/>
                </a:solidFill>
              </a:rPr>
              <a:t>Hardware Requirement:</a:t>
            </a:r>
          </a:p>
          <a:p>
            <a:endParaRPr lang="en-US" sz="2400" b="1" dirty="0">
              <a:solidFill>
                <a:schemeClr val="accent1"/>
              </a:solidFill>
            </a:endParaRPr>
          </a:p>
          <a:p>
            <a:r>
              <a:rPr lang="en-US" dirty="0"/>
              <a:t>For capturing the OCT images, we need to use a hardware named OCT Machine/Optical Coherence Tomography Machine.</a:t>
            </a:r>
          </a:p>
        </p:txBody>
      </p:sp>
      <p:sp>
        <p:nvSpPr>
          <p:cNvPr id="6" name="TextBox 5">
            <a:extLst>
              <a:ext uri="{FF2B5EF4-FFF2-40B4-BE49-F238E27FC236}">
                <a16:creationId xmlns:a16="http://schemas.microsoft.com/office/drawing/2014/main" id="{D0045BED-F369-4A45-A45D-1A75D70B3D30}"/>
              </a:ext>
            </a:extLst>
          </p:cNvPr>
          <p:cNvSpPr txBox="1"/>
          <p:nvPr/>
        </p:nvSpPr>
        <p:spPr>
          <a:xfrm>
            <a:off x="6199632" y="2196749"/>
            <a:ext cx="5084064" cy="3877985"/>
          </a:xfrm>
          <a:prstGeom prst="rect">
            <a:avLst/>
          </a:prstGeom>
          <a:noFill/>
        </p:spPr>
        <p:txBody>
          <a:bodyPr wrap="square" rtlCol="0">
            <a:spAutoFit/>
          </a:bodyPr>
          <a:lstStyle/>
          <a:p>
            <a:r>
              <a:rPr lang="en-US" sz="2400" b="1" dirty="0">
                <a:solidFill>
                  <a:schemeClr val="accent1"/>
                </a:solidFill>
              </a:rPr>
              <a:t>Software Requirement:</a:t>
            </a:r>
          </a:p>
          <a:p>
            <a:endParaRPr lang="en-US" sz="2400" b="1" dirty="0">
              <a:solidFill>
                <a:schemeClr val="accent1"/>
              </a:solidFill>
            </a:endParaRPr>
          </a:p>
          <a:p>
            <a:r>
              <a:rPr lang="en-US" dirty="0"/>
              <a:t>This whole process is mainly based on the Software works. After getting the images from the OCT Machine, it’s all about the software works.</a:t>
            </a:r>
          </a:p>
          <a:p>
            <a:endParaRPr lang="en-US" dirty="0"/>
          </a:p>
          <a:p>
            <a:r>
              <a:rPr lang="en-US" dirty="0"/>
              <a:t>Some basic requirements are given below: </a:t>
            </a:r>
            <a:endParaRPr lang="en-US" sz="2400" b="1" dirty="0">
              <a:solidFill>
                <a:schemeClr val="accent1"/>
              </a:solidFill>
            </a:endParaRPr>
          </a:p>
          <a:p>
            <a:pPr marL="457200" indent="-457200">
              <a:buAutoNum type="arabicPeriod"/>
            </a:pPr>
            <a:r>
              <a:rPr lang="en-US" dirty="0"/>
              <a:t>Anaconda Environment </a:t>
            </a:r>
          </a:p>
          <a:p>
            <a:pPr marL="457200" indent="-457200">
              <a:buAutoNum type="arabicPeriod"/>
            </a:pPr>
            <a:r>
              <a:rPr lang="en-US" dirty="0"/>
              <a:t>Python </a:t>
            </a:r>
          </a:p>
          <a:p>
            <a:pPr marL="457200" indent="-457200">
              <a:buAutoNum type="arabicPeriod"/>
            </a:pPr>
            <a:r>
              <a:rPr lang="en-US" dirty="0"/>
              <a:t>OpenCV </a:t>
            </a:r>
          </a:p>
          <a:p>
            <a:pPr marL="457200" indent="-457200">
              <a:buAutoNum type="arabicPeriod"/>
            </a:pPr>
            <a:r>
              <a:rPr lang="en-US" dirty="0"/>
              <a:t>Scikit image </a:t>
            </a:r>
          </a:p>
          <a:p>
            <a:pPr marL="457200" indent="-457200">
              <a:buAutoNum type="arabicPeriod"/>
            </a:pPr>
            <a:r>
              <a:rPr lang="en-US" dirty="0" err="1"/>
              <a:t>Jupyter</a:t>
            </a:r>
            <a:r>
              <a:rPr lang="en-US" dirty="0"/>
              <a:t> Notebook (Kaggle </a:t>
            </a:r>
            <a:r>
              <a:rPr lang="en-US" dirty="0" err="1"/>
              <a:t>Karnel</a:t>
            </a:r>
            <a:r>
              <a:rPr lang="en-US" dirty="0"/>
              <a:t>)</a:t>
            </a:r>
            <a:endParaRPr lang="en-US" b="1" dirty="0">
              <a:solidFill>
                <a:schemeClr val="accent1"/>
              </a:solidFill>
            </a:endParaRPr>
          </a:p>
        </p:txBody>
      </p:sp>
    </p:spTree>
    <p:extLst>
      <p:ext uri="{BB962C8B-B14F-4D97-AF65-F5344CB8AC3E}">
        <p14:creationId xmlns:p14="http://schemas.microsoft.com/office/powerpoint/2010/main" val="1321790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376BF-FF18-46C0-A08C-91730F243BF6}"/>
              </a:ext>
            </a:extLst>
          </p:cNvPr>
          <p:cNvSpPr>
            <a:spLocks noGrp="1"/>
          </p:cNvSpPr>
          <p:nvPr>
            <p:ph type="title"/>
          </p:nvPr>
        </p:nvSpPr>
        <p:spPr/>
        <p:txBody>
          <a:bodyPr/>
          <a:lstStyle/>
          <a:p>
            <a:r>
              <a:rPr lang="en-US" b="1" dirty="0"/>
              <a:t>Result and Discussion</a:t>
            </a:r>
          </a:p>
        </p:txBody>
      </p:sp>
      <p:sp>
        <p:nvSpPr>
          <p:cNvPr id="3" name="TextBox 2">
            <a:extLst>
              <a:ext uri="{FF2B5EF4-FFF2-40B4-BE49-F238E27FC236}">
                <a16:creationId xmlns:a16="http://schemas.microsoft.com/office/drawing/2014/main" id="{B975E1E9-C7A2-4E1D-9B29-BA9A3221B7C2}"/>
              </a:ext>
            </a:extLst>
          </p:cNvPr>
          <p:cNvSpPr txBox="1"/>
          <p:nvPr/>
        </p:nvSpPr>
        <p:spPr>
          <a:xfrm>
            <a:off x="537754" y="2302007"/>
            <a:ext cx="11116491" cy="1846659"/>
          </a:xfrm>
          <a:prstGeom prst="rect">
            <a:avLst/>
          </a:prstGeom>
          <a:noFill/>
        </p:spPr>
        <p:txBody>
          <a:bodyPr wrap="square" rtlCol="0">
            <a:spAutoFit/>
          </a:bodyPr>
          <a:lstStyle/>
          <a:p>
            <a:r>
              <a:rPr lang="en-US" sz="1600" dirty="0"/>
              <a:t>As this thesis is all about evaluating the impact of Denoising OCT images for classification, </a:t>
            </a:r>
          </a:p>
          <a:p>
            <a:r>
              <a:rPr lang="en-US" sz="1600" dirty="0"/>
              <a:t>there is going to be two repeated process:</a:t>
            </a:r>
          </a:p>
          <a:p>
            <a:r>
              <a:rPr lang="en-US" sz="1600" dirty="0"/>
              <a:t>1. Classification with noisy image dataset</a:t>
            </a:r>
          </a:p>
          <a:p>
            <a:r>
              <a:rPr lang="en-US" sz="1600" dirty="0"/>
              <a:t>2. Classification with denoised image dataset</a:t>
            </a:r>
          </a:p>
          <a:p>
            <a:endParaRPr lang="en-US" sz="1600" dirty="0"/>
          </a:p>
          <a:p>
            <a:r>
              <a:rPr lang="en-US" b="1" u="sng" dirty="0">
                <a:solidFill>
                  <a:srgbClr val="FFC000"/>
                </a:solidFill>
              </a:rPr>
              <a:t>Classification with Noisy Image Dataset: </a:t>
            </a:r>
            <a:br>
              <a:rPr lang="en-US" sz="1600" dirty="0"/>
            </a:br>
            <a:r>
              <a:rPr lang="en-US" sz="1600" dirty="0"/>
              <a:t>In this step after completing the testing, we got the accuracy of </a:t>
            </a:r>
            <a:r>
              <a:rPr lang="en-US" sz="1600" b="1" dirty="0"/>
              <a:t>95.226%</a:t>
            </a:r>
          </a:p>
        </p:txBody>
      </p:sp>
      <p:pic>
        <p:nvPicPr>
          <p:cNvPr id="9" name="Picture 8">
            <a:extLst>
              <a:ext uri="{FF2B5EF4-FFF2-40B4-BE49-F238E27FC236}">
                <a16:creationId xmlns:a16="http://schemas.microsoft.com/office/drawing/2014/main" id="{A887B7A3-7560-45BE-AE97-09E223526F93}"/>
              </a:ext>
            </a:extLst>
          </p:cNvPr>
          <p:cNvPicPr>
            <a:picLocks noChangeAspect="1"/>
          </p:cNvPicPr>
          <p:nvPr/>
        </p:nvPicPr>
        <p:blipFill>
          <a:blip r:embed="rId2"/>
          <a:stretch>
            <a:fillRect/>
          </a:stretch>
        </p:blipFill>
        <p:spPr>
          <a:xfrm>
            <a:off x="1020584" y="4117889"/>
            <a:ext cx="5858460" cy="2740111"/>
          </a:xfrm>
          <a:prstGeom prst="rect">
            <a:avLst/>
          </a:prstGeom>
        </p:spPr>
      </p:pic>
      <p:pic>
        <p:nvPicPr>
          <p:cNvPr id="11" name="Picture 10">
            <a:extLst>
              <a:ext uri="{FF2B5EF4-FFF2-40B4-BE49-F238E27FC236}">
                <a16:creationId xmlns:a16="http://schemas.microsoft.com/office/drawing/2014/main" id="{24BBF98A-A290-46E1-BF90-B01C01EEC977}"/>
              </a:ext>
            </a:extLst>
          </p:cNvPr>
          <p:cNvPicPr>
            <a:picLocks noChangeAspect="1"/>
          </p:cNvPicPr>
          <p:nvPr/>
        </p:nvPicPr>
        <p:blipFill>
          <a:blip r:embed="rId3"/>
          <a:stretch>
            <a:fillRect/>
          </a:stretch>
        </p:blipFill>
        <p:spPr>
          <a:xfrm>
            <a:off x="7402814" y="2942033"/>
            <a:ext cx="4788853" cy="3829524"/>
          </a:xfrm>
          <a:prstGeom prst="rect">
            <a:avLst/>
          </a:prstGeom>
        </p:spPr>
      </p:pic>
    </p:spTree>
    <p:extLst>
      <p:ext uri="{BB962C8B-B14F-4D97-AF65-F5344CB8AC3E}">
        <p14:creationId xmlns:p14="http://schemas.microsoft.com/office/powerpoint/2010/main" val="1142168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D18C6F-46F5-4A62-BD7E-773BB032C1C4}"/>
              </a:ext>
            </a:extLst>
          </p:cNvPr>
          <p:cNvPicPr>
            <a:picLocks noChangeAspect="1"/>
          </p:cNvPicPr>
          <p:nvPr/>
        </p:nvPicPr>
        <p:blipFill>
          <a:blip r:embed="rId2"/>
          <a:stretch>
            <a:fillRect/>
          </a:stretch>
        </p:blipFill>
        <p:spPr>
          <a:xfrm>
            <a:off x="278165" y="1836055"/>
            <a:ext cx="7637538" cy="3391037"/>
          </a:xfrm>
          <a:prstGeom prst="rect">
            <a:avLst/>
          </a:prstGeom>
        </p:spPr>
      </p:pic>
      <p:pic>
        <p:nvPicPr>
          <p:cNvPr id="8" name="Picture 7">
            <a:extLst>
              <a:ext uri="{FF2B5EF4-FFF2-40B4-BE49-F238E27FC236}">
                <a16:creationId xmlns:a16="http://schemas.microsoft.com/office/drawing/2014/main" id="{7EB7C249-C4D4-4EF8-AC03-3474C0195C51}"/>
              </a:ext>
            </a:extLst>
          </p:cNvPr>
          <p:cNvPicPr>
            <a:picLocks noChangeAspect="1"/>
          </p:cNvPicPr>
          <p:nvPr/>
        </p:nvPicPr>
        <p:blipFill>
          <a:blip r:embed="rId3"/>
          <a:stretch>
            <a:fillRect/>
          </a:stretch>
        </p:blipFill>
        <p:spPr>
          <a:xfrm>
            <a:off x="8065827" y="1540834"/>
            <a:ext cx="4062401" cy="3658087"/>
          </a:xfrm>
          <a:prstGeom prst="rect">
            <a:avLst/>
          </a:prstGeom>
        </p:spPr>
      </p:pic>
    </p:spTree>
    <p:extLst>
      <p:ext uri="{BB962C8B-B14F-4D97-AF65-F5344CB8AC3E}">
        <p14:creationId xmlns:p14="http://schemas.microsoft.com/office/powerpoint/2010/main" val="375123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955E3-05C5-4B47-AA50-BD33993D5D55}"/>
              </a:ext>
            </a:extLst>
          </p:cNvPr>
          <p:cNvSpPr txBox="1"/>
          <p:nvPr/>
        </p:nvSpPr>
        <p:spPr>
          <a:xfrm>
            <a:off x="542835" y="842893"/>
            <a:ext cx="6922344" cy="892552"/>
          </a:xfrm>
          <a:prstGeom prst="rect">
            <a:avLst/>
          </a:prstGeom>
          <a:noFill/>
        </p:spPr>
        <p:txBody>
          <a:bodyPr wrap="none" rtlCol="0">
            <a:spAutoFit/>
          </a:bodyPr>
          <a:lstStyle/>
          <a:p>
            <a:r>
              <a:rPr lang="en-US" b="1" u="sng" dirty="0">
                <a:solidFill>
                  <a:srgbClr val="FFC000"/>
                </a:solidFill>
              </a:rPr>
              <a:t>Classification with Denoised Image Dataset: </a:t>
            </a:r>
          </a:p>
          <a:p>
            <a:endParaRPr lang="en-US" b="1" u="sng" dirty="0">
              <a:solidFill>
                <a:srgbClr val="FFC000"/>
              </a:solidFill>
            </a:endParaRPr>
          </a:p>
          <a:p>
            <a:r>
              <a:rPr lang="en-US" sz="1600" dirty="0"/>
              <a:t>In this step after completing the testing, we got the accuracy of </a:t>
            </a:r>
            <a:r>
              <a:rPr lang="en-US" sz="1600" b="1" dirty="0"/>
              <a:t>95.70%</a:t>
            </a:r>
            <a:r>
              <a:rPr lang="en-US" sz="1600" dirty="0"/>
              <a:t> </a:t>
            </a:r>
          </a:p>
        </p:txBody>
      </p:sp>
      <p:pic>
        <p:nvPicPr>
          <p:cNvPr id="4" name="Picture 3">
            <a:extLst>
              <a:ext uri="{FF2B5EF4-FFF2-40B4-BE49-F238E27FC236}">
                <a16:creationId xmlns:a16="http://schemas.microsoft.com/office/drawing/2014/main" id="{F6E5EDC0-90E6-46FC-A347-617E7BBD7992}"/>
              </a:ext>
            </a:extLst>
          </p:cNvPr>
          <p:cNvPicPr>
            <a:picLocks noChangeAspect="1"/>
          </p:cNvPicPr>
          <p:nvPr/>
        </p:nvPicPr>
        <p:blipFill>
          <a:blip r:embed="rId2"/>
          <a:stretch>
            <a:fillRect/>
          </a:stretch>
        </p:blipFill>
        <p:spPr>
          <a:xfrm>
            <a:off x="542835" y="2420324"/>
            <a:ext cx="7405296" cy="3467397"/>
          </a:xfrm>
          <a:prstGeom prst="rect">
            <a:avLst/>
          </a:prstGeom>
        </p:spPr>
      </p:pic>
      <p:pic>
        <p:nvPicPr>
          <p:cNvPr id="6" name="Picture 5">
            <a:extLst>
              <a:ext uri="{FF2B5EF4-FFF2-40B4-BE49-F238E27FC236}">
                <a16:creationId xmlns:a16="http://schemas.microsoft.com/office/drawing/2014/main" id="{501E0890-FBFD-4000-84FB-ABD08894F309}"/>
              </a:ext>
            </a:extLst>
          </p:cNvPr>
          <p:cNvPicPr>
            <a:picLocks noChangeAspect="1"/>
          </p:cNvPicPr>
          <p:nvPr/>
        </p:nvPicPr>
        <p:blipFill>
          <a:blip r:embed="rId3"/>
          <a:stretch>
            <a:fillRect/>
          </a:stretch>
        </p:blipFill>
        <p:spPr>
          <a:xfrm>
            <a:off x="7624707" y="2320327"/>
            <a:ext cx="4194253" cy="3281867"/>
          </a:xfrm>
          <a:prstGeom prst="rect">
            <a:avLst/>
          </a:prstGeom>
        </p:spPr>
      </p:pic>
    </p:spTree>
    <p:extLst>
      <p:ext uri="{BB962C8B-B14F-4D97-AF65-F5344CB8AC3E}">
        <p14:creationId xmlns:p14="http://schemas.microsoft.com/office/powerpoint/2010/main" val="1265785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7C9B56-DEFC-4BE4-BC8C-335A0B34CCBA}"/>
              </a:ext>
            </a:extLst>
          </p:cNvPr>
          <p:cNvPicPr>
            <a:picLocks noChangeAspect="1"/>
          </p:cNvPicPr>
          <p:nvPr/>
        </p:nvPicPr>
        <p:blipFill>
          <a:blip r:embed="rId2"/>
          <a:stretch>
            <a:fillRect/>
          </a:stretch>
        </p:blipFill>
        <p:spPr>
          <a:xfrm>
            <a:off x="473029" y="397323"/>
            <a:ext cx="6513066" cy="3035089"/>
          </a:xfrm>
          <a:prstGeom prst="rect">
            <a:avLst/>
          </a:prstGeom>
        </p:spPr>
      </p:pic>
      <p:pic>
        <p:nvPicPr>
          <p:cNvPr id="7" name="Picture 6">
            <a:extLst>
              <a:ext uri="{FF2B5EF4-FFF2-40B4-BE49-F238E27FC236}">
                <a16:creationId xmlns:a16="http://schemas.microsoft.com/office/drawing/2014/main" id="{98012281-E8F5-4209-B4B2-5585194FDF4A}"/>
              </a:ext>
            </a:extLst>
          </p:cNvPr>
          <p:cNvPicPr>
            <a:picLocks noChangeAspect="1"/>
          </p:cNvPicPr>
          <p:nvPr/>
        </p:nvPicPr>
        <p:blipFill>
          <a:blip r:embed="rId3"/>
          <a:stretch>
            <a:fillRect/>
          </a:stretch>
        </p:blipFill>
        <p:spPr>
          <a:xfrm>
            <a:off x="7894210" y="397322"/>
            <a:ext cx="3847897" cy="3031677"/>
          </a:xfrm>
          <a:prstGeom prst="rect">
            <a:avLst/>
          </a:prstGeom>
        </p:spPr>
      </p:pic>
      <p:pic>
        <p:nvPicPr>
          <p:cNvPr id="9" name="Picture 8">
            <a:extLst>
              <a:ext uri="{FF2B5EF4-FFF2-40B4-BE49-F238E27FC236}">
                <a16:creationId xmlns:a16="http://schemas.microsoft.com/office/drawing/2014/main" id="{06D0D451-5791-4B1C-85EB-577798F5A0EA}"/>
              </a:ext>
            </a:extLst>
          </p:cNvPr>
          <p:cNvPicPr>
            <a:picLocks noChangeAspect="1"/>
          </p:cNvPicPr>
          <p:nvPr/>
        </p:nvPicPr>
        <p:blipFill>
          <a:blip r:embed="rId4"/>
          <a:stretch>
            <a:fillRect/>
          </a:stretch>
        </p:blipFill>
        <p:spPr>
          <a:xfrm>
            <a:off x="2852285" y="3633708"/>
            <a:ext cx="6487430" cy="3115110"/>
          </a:xfrm>
          <a:prstGeom prst="rect">
            <a:avLst/>
          </a:prstGeom>
        </p:spPr>
      </p:pic>
    </p:spTree>
    <p:extLst>
      <p:ext uri="{BB962C8B-B14F-4D97-AF65-F5344CB8AC3E}">
        <p14:creationId xmlns:p14="http://schemas.microsoft.com/office/powerpoint/2010/main" val="1288940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376BF-FF18-46C0-A08C-91730F243BF6}"/>
              </a:ext>
            </a:extLst>
          </p:cNvPr>
          <p:cNvSpPr>
            <a:spLocks noGrp="1"/>
          </p:cNvSpPr>
          <p:nvPr>
            <p:ph type="title"/>
          </p:nvPr>
        </p:nvSpPr>
        <p:spPr/>
        <p:txBody>
          <a:bodyPr/>
          <a:lstStyle/>
          <a:p>
            <a:r>
              <a:rPr lang="en-US" b="1" dirty="0"/>
              <a:t>Conclusion</a:t>
            </a:r>
          </a:p>
        </p:txBody>
      </p:sp>
      <p:sp>
        <p:nvSpPr>
          <p:cNvPr id="3" name="TextBox 2">
            <a:extLst>
              <a:ext uri="{FF2B5EF4-FFF2-40B4-BE49-F238E27FC236}">
                <a16:creationId xmlns:a16="http://schemas.microsoft.com/office/drawing/2014/main" id="{CF5EDDCB-52A2-4669-81B4-3DB091EAAC4B}"/>
              </a:ext>
            </a:extLst>
          </p:cNvPr>
          <p:cNvSpPr txBox="1"/>
          <p:nvPr/>
        </p:nvSpPr>
        <p:spPr>
          <a:xfrm>
            <a:off x="587829" y="2743200"/>
            <a:ext cx="11234057" cy="369332"/>
          </a:xfrm>
          <a:prstGeom prst="rect">
            <a:avLst/>
          </a:prstGeom>
          <a:noFill/>
        </p:spPr>
        <p:txBody>
          <a:bodyPr wrap="square" rtlCol="0">
            <a:spAutoFit/>
          </a:bodyPr>
          <a:lstStyle/>
          <a:p>
            <a:endParaRPr lang="en-US" dirty="0"/>
          </a:p>
        </p:txBody>
      </p:sp>
      <p:sp>
        <p:nvSpPr>
          <p:cNvPr id="4" name="TextBox 3">
            <a:extLst>
              <a:ext uri="{FF2B5EF4-FFF2-40B4-BE49-F238E27FC236}">
                <a16:creationId xmlns:a16="http://schemas.microsoft.com/office/drawing/2014/main" id="{B7ABC633-B92B-4C15-B49D-24FED2A9E3BE}"/>
              </a:ext>
            </a:extLst>
          </p:cNvPr>
          <p:cNvSpPr txBox="1"/>
          <p:nvPr/>
        </p:nvSpPr>
        <p:spPr>
          <a:xfrm>
            <a:off x="461554" y="2190988"/>
            <a:ext cx="11142617" cy="3046988"/>
          </a:xfrm>
          <a:prstGeom prst="rect">
            <a:avLst/>
          </a:prstGeom>
          <a:noFill/>
        </p:spPr>
        <p:txBody>
          <a:bodyPr wrap="square" rtlCol="0">
            <a:spAutoFit/>
          </a:bodyPr>
          <a:lstStyle/>
          <a:p>
            <a:endParaRPr lang="en-US" sz="2400" b="1" dirty="0">
              <a:solidFill>
                <a:schemeClr val="accent1"/>
              </a:solidFill>
            </a:endParaRPr>
          </a:p>
          <a:p>
            <a:endParaRPr lang="en-US" sz="2400" b="1" dirty="0">
              <a:solidFill>
                <a:schemeClr val="accent1"/>
              </a:solidFill>
            </a:endParaRPr>
          </a:p>
          <a:p>
            <a:r>
              <a:rPr lang="en-US" dirty="0"/>
              <a:t>From the Result and Discussion Chapter we’ve got a clear overview of what can be the impact of Denoising OCT images in terms of Classifying the images. </a:t>
            </a:r>
          </a:p>
          <a:p>
            <a:endParaRPr lang="en-US" dirty="0"/>
          </a:p>
          <a:p>
            <a:r>
              <a:rPr lang="en-US" dirty="0"/>
              <a:t>We’ve seen that in the first term, we did the classification with the noisy image dataset and we got the validation accuracy of </a:t>
            </a:r>
            <a:r>
              <a:rPr lang="en-US" b="1" dirty="0"/>
              <a:t>95.23% </a:t>
            </a:r>
            <a:r>
              <a:rPr lang="en-US" dirty="0"/>
              <a:t>Then with the dataset of denoised images, we got the accuracy of </a:t>
            </a:r>
            <a:r>
              <a:rPr lang="en-US" b="1" dirty="0"/>
              <a:t>95.70%</a:t>
            </a:r>
            <a:r>
              <a:rPr lang="en-US" dirty="0"/>
              <a:t> The number of images, number of epochs, test-train split ratio everything were same but for the second step we used the Denoised version of the noisy image dataset which is giving almost </a:t>
            </a:r>
            <a:r>
              <a:rPr lang="en-US" b="1" dirty="0"/>
              <a:t>0.47%</a:t>
            </a:r>
            <a:r>
              <a:rPr lang="en-US" dirty="0"/>
              <a:t> more accuracy</a:t>
            </a:r>
          </a:p>
        </p:txBody>
      </p:sp>
    </p:spTree>
    <p:extLst>
      <p:ext uri="{BB962C8B-B14F-4D97-AF65-F5344CB8AC3E}">
        <p14:creationId xmlns:p14="http://schemas.microsoft.com/office/powerpoint/2010/main" val="3619254734"/>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27DC71-2909-427C-BDB0-3E47E2101517}">
  <ds:schemaRefs>
    <ds:schemaRef ds:uri="http://schemas.microsoft.com/sharepoint/v3/contenttype/forms"/>
  </ds:schemaRefs>
</ds:datastoreItem>
</file>

<file path=customXml/itemProps2.xml><?xml version="1.0" encoding="utf-8"?>
<ds:datastoreItem xmlns:ds="http://schemas.openxmlformats.org/officeDocument/2006/customXml" ds:itemID="{290D7697-8E53-4EA8-8CBB-9C19575257BF}">
  <ds:schemaRefs>
    <ds:schemaRef ds:uri="http://purl.org/dc/terms/"/>
    <ds:schemaRef ds:uri="http://schemas.openxmlformats.org/package/2006/metadata/core-properties"/>
    <ds:schemaRef ds:uri="16c05727-aa75-4e4a-9b5f-8a80a1165891"/>
    <ds:schemaRef ds:uri="http://schemas.microsoft.com/office/2006/documentManagement/types"/>
    <ds:schemaRef ds:uri="http://schemas.microsoft.com/office/infopath/2007/PartnerControls"/>
    <ds:schemaRef ds:uri="http://purl.org/dc/elements/1.1/"/>
    <ds:schemaRef ds:uri="http://schemas.microsoft.com/office/2006/metadata/properties"/>
    <ds:schemaRef ds:uri="71af3243-3dd4-4a8d-8c0d-dd76da1f02a5"/>
    <ds:schemaRef ds:uri="http://www.w3.org/XML/1998/namespace"/>
    <ds:schemaRef ds:uri="http://purl.org/dc/dcmitype/"/>
  </ds:schemaRefs>
</ds:datastoreItem>
</file>

<file path=customXml/itemProps3.xml><?xml version="1.0" encoding="utf-8"?>
<ds:datastoreItem xmlns:ds="http://schemas.openxmlformats.org/officeDocument/2006/customXml" ds:itemID="{1DF0A252-5923-47A2-A53A-F9BF729089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AccentBox presentation</Template>
  <TotalTime>896</TotalTime>
  <Words>1435</Words>
  <Application>Microsoft Office PowerPoint</Application>
  <PresentationFormat>Widescreen</PresentationFormat>
  <Paragraphs>92</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Avenir Next LT Pro</vt:lpstr>
      <vt:lpstr>Bahnschrift</vt:lpstr>
      <vt:lpstr>Calibri</vt:lpstr>
      <vt:lpstr>AccentBoxVTI</vt:lpstr>
      <vt:lpstr>PowerPoint Presentation</vt:lpstr>
      <vt:lpstr>Introduction</vt:lpstr>
      <vt:lpstr>Literature Review</vt:lpstr>
      <vt:lpstr>Dataset Preparation</vt:lpstr>
      <vt:lpstr>Methodology</vt:lpstr>
      <vt:lpstr>PowerPoint Presentation</vt:lpstr>
      <vt:lpstr>PowerPoint Presentation</vt:lpstr>
      <vt:lpstr>Experimental Setup</vt:lpstr>
      <vt:lpstr>Result and Discussion</vt:lpstr>
      <vt:lpstr>PowerPoint Presentation</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our thesis presentation</dc:title>
  <dc:creator>Mohammad Shikhar</dc:creator>
  <cp:lastModifiedBy>Mohammad Shikhar</cp:lastModifiedBy>
  <cp:revision>43</cp:revision>
  <dcterms:created xsi:type="dcterms:W3CDTF">2020-12-22T04:17:53Z</dcterms:created>
  <dcterms:modified xsi:type="dcterms:W3CDTF">2021-04-11T10:38:26Z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